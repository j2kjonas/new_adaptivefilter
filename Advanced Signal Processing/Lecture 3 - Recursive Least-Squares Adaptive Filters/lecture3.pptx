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5EC98C-7345-2009-9CAC-04487BBED6DD}" name="Jesper Rindom Jensen" initials="JJ" userId="S::HA45VO@es.aau.dk::a310f5d1-ee7a-4c45-b82c-78f0432bf07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per Rindom Jensen" userId="a310f5d1-ee7a-4c45-b82c-78f0432bf078" providerId="ADAL" clId="{2B4F94AE-067D-4DFC-831A-CEF21D6C1CEC}"/>
    <pc:docChg chg="undo custSel addSld delSld modSld">
      <pc:chgData name="Jesper Rindom Jensen" userId="a310f5d1-ee7a-4c45-b82c-78f0432bf078" providerId="ADAL" clId="{2B4F94AE-067D-4DFC-831A-CEF21D6C1CEC}" dt="2024-09-23T06:03:50.396" v="494" actId="20577"/>
      <pc:docMkLst>
        <pc:docMk/>
      </pc:docMkLst>
      <pc:sldChg chg="modSp mod">
        <pc:chgData name="Jesper Rindom Jensen" userId="a310f5d1-ee7a-4c45-b82c-78f0432bf078" providerId="ADAL" clId="{2B4F94AE-067D-4DFC-831A-CEF21D6C1CEC}" dt="2024-09-20T06:41:32.888" v="0"/>
        <pc:sldMkLst>
          <pc:docMk/>
          <pc:sldMk cId="1976493628" sldId="256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651365173" sldId="257"/>
        </pc:sldMkLst>
      </pc:sldChg>
      <pc:sldChg chg="delSp modSp new mod">
        <pc:chgData name="Jesper Rindom Jensen" userId="a310f5d1-ee7a-4c45-b82c-78f0432bf078" providerId="ADAL" clId="{2B4F94AE-067D-4DFC-831A-CEF21D6C1CEC}" dt="2024-09-20T06:46:19.426" v="89" actId="5793"/>
        <pc:sldMkLst>
          <pc:docMk/>
          <pc:sldMk cId="4091737506" sldId="257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55144459" sldId="258"/>
        </pc:sldMkLst>
      </pc:sldChg>
      <pc:sldChg chg="modSp new mod">
        <pc:chgData name="Jesper Rindom Jensen" userId="a310f5d1-ee7a-4c45-b82c-78f0432bf078" providerId="ADAL" clId="{2B4F94AE-067D-4DFC-831A-CEF21D6C1CEC}" dt="2024-09-20T06:47:07.681" v="104" actId="6549"/>
        <pc:sldMkLst>
          <pc:docMk/>
          <pc:sldMk cId="3685476378" sldId="258"/>
        </pc:sldMkLst>
      </pc:sldChg>
      <pc:sldChg chg="addSp modSp new mod">
        <pc:chgData name="Jesper Rindom Jensen" userId="a310f5d1-ee7a-4c45-b82c-78f0432bf078" providerId="ADAL" clId="{2B4F94AE-067D-4DFC-831A-CEF21D6C1CEC}" dt="2024-09-20T06:47:59.606" v="116" actId="14100"/>
        <pc:sldMkLst>
          <pc:docMk/>
          <pc:sldMk cId="124090207" sldId="25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468135766" sldId="25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91093375" sldId="260"/>
        </pc:sldMkLst>
      </pc:sldChg>
      <pc:sldChg chg="addSp delSp modSp new mod">
        <pc:chgData name="Jesper Rindom Jensen" userId="a310f5d1-ee7a-4c45-b82c-78f0432bf078" providerId="ADAL" clId="{2B4F94AE-067D-4DFC-831A-CEF21D6C1CEC}" dt="2024-09-20T08:14:18.277" v="209" actId="1076"/>
        <pc:sldMkLst>
          <pc:docMk/>
          <pc:sldMk cId="2441425288" sldId="260"/>
        </pc:sldMkLst>
      </pc:sldChg>
      <pc:sldChg chg="delSp modSp new mod">
        <pc:chgData name="Jesper Rindom Jensen" userId="a310f5d1-ee7a-4c45-b82c-78f0432bf078" providerId="ADAL" clId="{2B4F94AE-067D-4DFC-831A-CEF21D6C1CEC}" dt="2024-09-23T05:53:49.279" v="490" actId="478"/>
        <pc:sldMkLst>
          <pc:docMk/>
          <pc:sldMk cId="58054289" sldId="26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729592792" sldId="261"/>
        </pc:sldMkLst>
      </pc:sldChg>
      <pc:sldChg chg="addSp modSp new mod">
        <pc:chgData name="Jesper Rindom Jensen" userId="a310f5d1-ee7a-4c45-b82c-78f0432bf078" providerId="ADAL" clId="{2B4F94AE-067D-4DFC-831A-CEF21D6C1CEC}" dt="2024-09-20T12:34:05.566" v="294" actId="1076"/>
        <pc:sldMkLst>
          <pc:docMk/>
          <pc:sldMk cId="820422142" sldId="26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24352163" sldId="26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429555909" sldId="263"/>
        </pc:sldMkLst>
      </pc:sldChg>
      <pc:sldChg chg="addSp delSp modSp new mod">
        <pc:chgData name="Jesper Rindom Jensen" userId="a310f5d1-ee7a-4c45-b82c-78f0432bf078" providerId="ADAL" clId="{2B4F94AE-067D-4DFC-831A-CEF21D6C1CEC}" dt="2024-09-20T12:36:33.997" v="366" actId="207"/>
        <pc:sldMkLst>
          <pc:docMk/>
          <pc:sldMk cId="2666294861" sldId="263"/>
        </pc:sldMkLst>
      </pc:sldChg>
      <pc:sldChg chg="modSp new mod">
        <pc:chgData name="Jesper Rindom Jensen" userId="a310f5d1-ee7a-4c45-b82c-78f0432bf078" providerId="ADAL" clId="{2B4F94AE-067D-4DFC-831A-CEF21D6C1CEC}" dt="2024-09-20T12:37:59.388" v="390" actId="113"/>
        <pc:sldMkLst>
          <pc:docMk/>
          <pc:sldMk cId="1233833712" sldId="264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031437660" sldId="264"/>
        </pc:sldMkLst>
      </pc:sldChg>
      <pc:sldChg chg="modSp new mod">
        <pc:chgData name="Jesper Rindom Jensen" userId="a310f5d1-ee7a-4c45-b82c-78f0432bf078" providerId="ADAL" clId="{2B4F94AE-067D-4DFC-831A-CEF21D6C1CEC}" dt="2024-09-20T12:38:48.124" v="407" actId="27636"/>
        <pc:sldMkLst>
          <pc:docMk/>
          <pc:sldMk cId="765242286" sldId="265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83609975" sldId="265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556464274" sldId="266"/>
        </pc:sldMkLst>
      </pc:sldChg>
      <pc:sldChg chg="addSp modSp new mod">
        <pc:chgData name="Jesper Rindom Jensen" userId="a310f5d1-ee7a-4c45-b82c-78f0432bf078" providerId="ADAL" clId="{2B4F94AE-067D-4DFC-831A-CEF21D6C1CEC}" dt="2024-09-20T12:40:50.205" v="443" actId="1076"/>
        <pc:sldMkLst>
          <pc:docMk/>
          <pc:sldMk cId="1411111069" sldId="266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1922767698" sldId="267"/>
        </pc:sldMkLst>
      </pc:sldChg>
      <pc:sldChg chg="addSp modSp new mod">
        <pc:chgData name="Jesper Rindom Jensen" userId="a310f5d1-ee7a-4c45-b82c-78f0432bf078" providerId="ADAL" clId="{2B4F94AE-067D-4DFC-831A-CEF21D6C1CEC}" dt="2024-09-20T12:41:44.741" v="451"/>
        <pc:sldMkLst>
          <pc:docMk/>
          <pc:sldMk cId="3501210359" sldId="267"/>
        </pc:sldMkLst>
      </pc:sldChg>
      <pc:sldChg chg="addSp modSp new mod">
        <pc:chgData name="Jesper Rindom Jensen" userId="a310f5d1-ee7a-4c45-b82c-78f0432bf078" providerId="ADAL" clId="{2B4F94AE-067D-4DFC-831A-CEF21D6C1CEC}" dt="2024-09-20T12:42:35.921" v="463" actId="14100"/>
        <pc:sldMkLst>
          <pc:docMk/>
          <pc:sldMk cId="66344487" sldId="268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90886599" sldId="268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549092384" sldId="269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800105383" sldId="270"/>
        </pc:sldMkLst>
      </pc:sldChg>
      <pc:sldChg chg="delSp modSp mod">
        <pc:chgData name="Jesper Rindom Jensen" userId="a310f5d1-ee7a-4c45-b82c-78f0432bf078" providerId="ADAL" clId="{2B4F94AE-067D-4DFC-831A-CEF21D6C1CEC}" dt="2024-09-23T05:53:11.639" v="476" actId="478"/>
        <pc:sldMkLst>
          <pc:docMk/>
          <pc:sldMk cId="1564674061" sldId="27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065157747" sldId="271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29437343" sldId="272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728222645" sldId="273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3169106399" sldId="274"/>
        </pc:sldMkLst>
      </pc:sldChg>
      <pc:sldChg chg="del">
        <pc:chgData name="Jesper Rindom Jensen" userId="a310f5d1-ee7a-4c45-b82c-78f0432bf078" providerId="ADAL" clId="{2B4F94AE-067D-4DFC-831A-CEF21D6C1CEC}" dt="2024-09-20T06:41:44.264" v="1" actId="47"/>
        <pc:sldMkLst>
          <pc:docMk/>
          <pc:sldMk cId="2645520944" sldId="275"/>
        </pc:sldMkLst>
      </pc:sldChg>
      <pc:sldChg chg="modSp add mod">
        <pc:chgData name="Jesper Rindom Jensen" userId="a310f5d1-ee7a-4c45-b82c-78f0432bf078" providerId="ADAL" clId="{2B4F94AE-067D-4DFC-831A-CEF21D6C1CEC}" dt="2024-09-23T06:03:50.396" v="494" actId="20577"/>
        <pc:sldMkLst>
          <pc:docMk/>
          <pc:sldMk cId="2024352163" sldId="284"/>
        </pc:sldMkLst>
      </pc:sldChg>
    </pc:docChg>
  </pc:docChgLst>
  <pc:docChgLst>
    <pc:chgData name="Jesper Rindom Jensen" userId="a310f5d1-ee7a-4c45-b82c-78f0432bf078" providerId="ADAL" clId="{CF8F3AD9-308B-4F6B-8668-A7B9E0A4DE8C}"/>
    <pc:docChg chg="undo custSel addSld modSld">
      <pc:chgData name="Jesper Rindom Jensen" userId="a310f5d1-ee7a-4c45-b82c-78f0432bf078" providerId="ADAL" clId="{CF8F3AD9-308B-4F6B-8668-A7B9E0A4DE8C}" dt="2024-09-16T05:55:34.373" v="2663" actId="478"/>
      <pc:docMkLst>
        <pc:docMk/>
      </pc:docMkLst>
      <pc:sldChg chg="modSp new mod">
        <pc:chgData name="Jesper Rindom Jensen" userId="a310f5d1-ee7a-4c45-b82c-78f0432bf078" providerId="ADAL" clId="{CF8F3AD9-308B-4F6B-8668-A7B9E0A4DE8C}" dt="2024-09-13T12:27:30.693" v="211" actId="20577"/>
        <pc:sldMkLst>
          <pc:docMk/>
          <pc:sldMk cId="1976493628" sldId="256"/>
        </pc:sldMkLst>
      </pc:sldChg>
      <pc:sldChg chg="addSp delSp modSp new mod">
        <pc:chgData name="Jesper Rindom Jensen" userId="a310f5d1-ee7a-4c45-b82c-78f0432bf078" providerId="ADAL" clId="{CF8F3AD9-308B-4F6B-8668-A7B9E0A4DE8C}" dt="2024-09-13T12:47:04.987" v="657" actId="20577"/>
        <pc:sldMkLst>
          <pc:docMk/>
          <pc:sldMk cId="651365173" sldId="257"/>
        </pc:sldMkLst>
      </pc:sldChg>
      <pc:sldChg chg="modSp new mod">
        <pc:chgData name="Jesper Rindom Jensen" userId="a310f5d1-ee7a-4c45-b82c-78f0432bf078" providerId="ADAL" clId="{CF8F3AD9-308B-4F6B-8668-A7B9E0A4DE8C}" dt="2024-09-13T12:50:06.316" v="733" actId="1076"/>
        <pc:sldMkLst>
          <pc:docMk/>
          <pc:sldMk cId="3055144459" sldId="258"/>
        </pc:sldMkLst>
      </pc:sldChg>
      <pc:sldChg chg="addSp delSp modSp new mod">
        <pc:chgData name="Jesper Rindom Jensen" userId="a310f5d1-ee7a-4c45-b82c-78f0432bf078" providerId="ADAL" clId="{CF8F3AD9-308B-4F6B-8668-A7B9E0A4DE8C}" dt="2024-09-13T12:53:28.634" v="791" actId="20577"/>
        <pc:sldMkLst>
          <pc:docMk/>
          <pc:sldMk cId="1468135766" sldId="259"/>
        </pc:sldMkLst>
      </pc:sldChg>
      <pc:sldChg chg="addSp modSp new mod">
        <pc:chgData name="Jesper Rindom Jensen" userId="a310f5d1-ee7a-4c45-b82c-78f0432bf078" providerId="ADAL" clId="{CF8F3AD9-308B-4F6B-8668-A7B9E0A4DE8C}" dt="2024-09-13T12:55:25.600" v="918" actId="207"/>
        <pc:sldMkLst>
          <pc:docMk/>
          <pc:sldMk cId="291093375" sldId="260"/>
        </pc:sldMkLst>
      </pc:sldChg>
      <pc:sldChg chg="modSp new mod">
        <pc:chgData name="Jesper Rindom Jensen" userId="a310f5d1-ee7a-4c45-b82c-78f0432bf078" providerId="ADAL" clId="{CF8F3AD9-308B-4F6B-8668-A7B9E0A4DE8C}" dt="2024-09-13T12:56:14.995" v="954" actId="20577"/>
        <pc:sldMkLst>
          <pc:docMk/>
          <pc:sldMk cId="3729592792" sldId="261"/>
        </pc:sldMkLst>
      </pc:sldChg>
      <pc:sldChg chg="addSp modSp new mod">
        <pc:chgData name="Jesper Rindom Jensen" userId="a310f5d1-ee7a-4c45-b82c-78f0432bf078" providerId="ADAL" clId="{CF8F3AD9-308B-4F6B-8668-A7B9E0A4DE8C}" dt="2024-09-13T12:57:09.123" v="964" actId="1076"/>
        <pc:sldMkLst>
          <pc:docMk/>
          <pc:sldMk cId="2024352163" sldId="262"/>
        </pc:sldMkLst>
      </pc:sldChg>
      <pc:sldChg chg="addSp delSp modSp new mod">
        <pc:chgData name="Jesper Rindom Jensen" userId="a310f5d1-ee7a-4c45-b82c-78f0432bf078" providerId="ADAL" clId="{CF8F3AD9-308B-4F6B-8668-A7B9E0A4DE8C}" dt="2024-09-13T13:05:04.359" v="1198" actId="1076"/>
        <pc:sldMkLst>
          <pc:docMk/>
          <pc:sldMk cId="2429555909" sldId="263"/>
        </pc:sldMkLst>
      </pc:sldChg>
      <pc:sldChg chg="addSp delSp modSp new mod">
        <pc:chgData name="Jesper Rindom Jensen" userId="a310f5d1-ee7a-4c45-b82c-78f0432bf078" providerId="ADAL" clId="{CF8F3AD9-308B-4F6B-8668-A7B9E0A4DE8C}" dt="2024-09-13T13:12:08.517" v="1364" actId="207"/>
        <pc:sldMkLst>
          <pc:docMk/>
          <pc:sldMk cId="2031437660" sldId="264"/>
        </pc:sldMkLst>
      </pc:sldChg>
      <pc:sldChg chg="addSp modSp new mod">
        <pc:chgData name="Jesper Rindom Jensen" userId="a310f5d1-ee7a-4c45-b82c-78f0432bf078" providerId="ADAL" clId="{CF8F3AD9-308B-4F6B-8668-A7B9E0A4DE8C}" dt="2024-09-13T13:17:43.725" v="1512" actId="1076"/>
        <pc:sldMkLst>
          <pc:docMk/>
          <pc:sldMk cId="3183609975" sldId="265"/>
        </pc:sldMkLst>
      </pc:sldChg>
      <pc:sldChg chg="delSp modSp new mod">
        <pc:chgData name="Jesper Rindom Jensen" userId="a310f5d1-ee7a-4c45-b82c-78f0432bf078" providerId="ADAL" clId="{CF8F3AD9-308B-4F6B-8668-A7B9E0A4DE8C}" dt="2024-09-13T13:26:00.258" v="1692" actId="1076"/>
        <pc:sldMkLst>
          <pc:docMk/>
          <pc:sldMk cId="556464274" sldId="266"/>
        </pc:sldMkLst>
      </pc:sldChg>
      <pc:sldChg chg="delSp modSp new mod">
        <pc:chgData name="Jesper Rindom Jensen" userId="a310f5d1-ee7a-4c45-b82c-78f0432bf078" providerId="ADAL" clId="{CF8F3AD9-308B-4F6B-8668-A7B9E0A4DE8C}" dt="2024-09-16T05:54:41.331" v="2648" actId="478"/>
        <pc:sldMkLst>
          <pc:docMk/>
          <pc:sldMk cId="1922767698" sldId="267"/>
        </pc:sldMkLst>
      </pc:sldChg>
      <pc:sldChg chg="delSp modSp new mod">
        <pc:chgData name="Jesper Rindom Jensen" userId="a310f5d1-ee7a-4c45-b82c-78f0432bf078" providerId="ADAL" clId="{CF8F3AD9-308B-4F6B-8668-A7B9E0A4DE8C}" dt="2024-09-16T05:55:34.373" v="2663" actId="478"/>
        <pc:sldMkLst>
          <pc:docMk/>
          <pc:sldMk cId="390886599" sldId="268"/>
        </pc:sldMkLst>
      </pc:sldChg>
      <pc:sldChg chg="addSp modSp new mod">
        <pc:chgData name="Jesper Rindom Jensen" userId="a310f5d1-ee7a-4c45-b82c-78f0432bf078" providerId="ADAL" clId="{CF8F3AD9-308B-4F6B-8668-A7B9E0A4DE8C}" dt="2024-09-13T13:44:20.048" v="2071" actId="20577"/>
        <pc:sldMkLst>
          <pc:docMk/>
          <pc:sldMk cId="3549092384" sldId="269"/>
        </pc:sldMkLst>
      </pc:sldChg>
      <pc:sldChg chg="delSp modSp new mod">
        <pc:chgData name="Jesper Rindom Jensen" userId="a310f5d1-ee7a-4c45-b82c-78f0432bf078" providerId="ADAL" clId="{CF8F3AD9-308B-4F6B-8668-A7B9E0A4DE8C}" dt="2024-09-13T13:49:32.881" v="2141" actId="1076"/>
        <pc:sldMkLst>
          <pc:docMk/>
          <pc:sldMk cId="3800105383" sldId="270"/>
        </pc:sldMkLst>
      </pc:sldChg>
      <pc:sldChg chg="modSp new mod">
        <pc:chgData name="Jesper Rindom Jensen" userId="a310f5d1-ee7a-4c45-b82c-78f0432bf078" providerId="ADAL" clId="{CF8F3AD9-308B-4F6B-8668-A7B9E0A4DE8C}" dt="2024-09-13T13:55:22.642" v="2241" actId="1076"/>
        <pc:sldMkLst>
          <pc:docMk/>
          <pc:sldMk cId="3065157747" sldId="271"/>
        </pc:sldMkLst>
      </pc:sldChg>
      <pc:sldChg chg="modSp new mod">
        <pc:chgData name="Jesper Rindom Jensen" userId="a310f5d1-ee7a-4c45-b82c-78f0432bf078" providerId="ADAL" clId="{CF8F3AD9-308B-4F6B-8668-A7B9E0A4DE8C}" dt="2024-09-13T14:04:03.070" v="2393" actId="1076"/>
        <pc:sldMkLst>
          <pc:docMk/>
          <pc:sldMk cId="329437343" sldId="272"/>
        </pc:sldMkLst>
      </pc:sldChg>
      <pc:sldChg chg="addSp delSp modSp new mod setBg">
        <pc:chgData name="Jesper Rindom Jensen" userId="a310f5d1-ee7a-4c45-b82c-78f0432bf078" providerId="ADAL" clId="{CF8F3AD9-308B-4F6B-8668-A7B9E0A4DE8C}" dt="2024-09-13T14:05:44.872" v="2442" actId="27636"/>
        <pc:sldMkLst>
          <pc:docMk/>
          <pc:sldMk cId="728222645" sldId="273"/>
        </pc:sldMkLst>
      </pc:sldChg>
      <pc:sldChg chg="modSp new mod">
        <pc:chgData name="Jesper Rindom Jensen" userId="a310f5d1-ee7a-4c45-b82c-78f0432bf078" providerId="ADAL" clId="{CF8F3AD9-308B-4F6B-8668-A7B9E0A4DE8C}" dt="2024-09-13T14:08:26.503" v="2498" actId="1076"/>
        <pc:sldMkLst>
          <pc:docMk/>
          <pc:sldMk cId="3169106399" sldId="274"/>
        </pc:sldMkLst>
      </pc:sldChg>
      <pc:sldChg chg="delSp modSp new mod">
        <pc:chgData name="Jesper Rindom Jensen" userId="a310f5d1-ee7a-4c45-b82c-78f0432bf078" providerId="ADAL" clId="{CF8F3AD9-308B-4F6B-8668-A7B9E0A4DE8C}" dt="2024-09-13T14:13:49.222" v="2632" actId="1076"/>
        <pc:sldMkLst>
          <pc:docMk/>
          <pc:sldMk cId="2645520944" sldId="275"/>
        </pc:sldMkLst>
      </pc:sldChg>
    </pc:docChg>
  </pc:docChgLst>
  <pc:docChgLst>
    <pc:chgData name="Jesper Rindom Jensen" userId="a310f5d1-ee7a-4c45-b82c-78f0432bf078" providerId="ADAL" clId="{B5EBE4D9-D016-426F-8980-213FCB672033}"/>
    <pc:docChg chg="undo custSel addSld delSld modSld">
      <pc:chgData name="Jesper Rindom Jensen" userId="a310f5d1-ee7a-4c45-b82c-78f0432bf078" providerId="ADAL" clId="{B5EBE4D9-D016-426F-8980-213FCB672033}" dt="2024-10-07T09:50:14.644" v="4798" actId="478"/>
      <pc:docMkLst>
        <pc:docMk/>
      </pc:docMkLst>
      <pc:sldChg chg="modSp mod">
        <pc:chgData name="Jesper Rindom Jensen" userId="a310f5d1-ee7a-4c45-b82c-78f0432bf078" providerId="ADAL" clId="{B5EBE4D9-D016-426F-8980-213FCB672033}" dt="2024-09-25T08:56:15.785" v="780" actId="27636"/>
        <pc:sldMkLst>
          <pc:docMk/>
          <pc:sldMk cId="1976493628" sldId="256"/>
        </pc:sldMkLst>
      </pc:sldChg>
      <pc:sldChg chg="addSp delSp modSp new mod">
        <pc:chgData name="Jesper Rindom Jensen" userId="a310f5d1-ee7a-4c45-b82c-78f0432bf078" providerId="ADAL" clId="{B5EBE4D9-D016-426F-8980-213FCB672033}" dt="2024-10-07T09:48:46.335" v="4785" actId="478"/>
        <pc:sldMkLst>
          <pc:docMk/>
          <pc:sldMk cId="3434131178" sldId="257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091737506" sldId="257"/>
        </pc:sldMkLst>
      </pc:sldChg>
      <pc:sldChg chg="modSp new mod">
        <pc:chgData name="Jesper Rindom Jensen" userId="a310f5d1-ee7a-4c45-b82c-78f0432bf078" providerId="ADAL" clId="{B5EBE4D9-D016-426F-8980-213FCB672033}" dt="2024-09-25T07:57:25.154" v="515" actId="114"/>
        <pc:sldMkLst>
          <pc:docMk/>
          <pc:sldMk cId="60723653" sldId="25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685476378" sldId="25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24090207" sldId="259"/>
        </pc:sldMkLst>
      </pc:sldChg>
      <pc:sldChg chg="delSp modSp new mod">
        <pc:chgData name="Jesper Rindom Jensen" userId="a310f5d1-ee7a-4c45-b82c-78f0432bf078" providerId="ADAL" clId="{B5EBE4D9-D016-426F-8980-213FCB672033}" dt="2024-10-07T09:50:14.644" v="4798" actId="478"/>
        <pc:sldMkLst>
          <pc:docMk/>
          <pc:sldMk cId="267260061" sldId="259"/>
        </pc:sldMkLst>
      </pc:sldChg>
      <pc:sldChg chg="delSp modSp new mod">
        <pc:chgData name="Jesper Rindom Jensen" userId="a310f5d1-ee7a-4c45-b82c-78f0432bf078" providerId="ADAL" clId="{B5EBE4D9-D016-426F-8980-213FCB672033}" dt="2024-09-25T09:44:23.876" v="1079" actId="113"/>
        <pc:sldMkLst>
          <pc:docMk/>
          <pc:sldMk cId="1143056291" sldId="26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441425288" sldId="26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58054289" sldId="261"/>
        </pc:sldMkLst>
      </pc:sldChg>
      <pc:sldChg chg="addSp delSp modSp new mod">
        <pc:chgData name="Jesper Rindom Jensen" userId="a310f5d1-ee7a-4c45-b82c-78f0432bf078" providerId="ADAL" clId="{B5EBE4D9-D016-426F-8980-213FCB672033}" dt="2024-09-25T09:53:17.772" v="1267" actId="20577"/>
        <pc:sldMkLst>
          <pc:docMk/>
          <pc:sldMk cId="1690314071" sldId="261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20422142" sldId="262"/>
        </pc:sldMkLst>
      </pc:sldChg>
      <pc:sldChg chg="modSp new mod">
        <pc:chgData name="Jesper Rindom Jensen" userId="a310f5d1-ee7a-4c45-b82c-78f0432bf078" providerId="ADAL" clId="{B5EBE4D9-D016-426F-8980-213FCB672033}" dt="2024-09-25T10:39:57.266" v="1662" actId="20577"/>
        <pc:sldMkLst>
          <pc:docMk/>
          <pc:sldMk cId="3154583662" sldId="262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666294861" sldId="263"/>
        </pc:sldMkLst>
      </pc:sldChg>
      <pc:sldChg chg="delSp modSp new mod">
        <pc:chgData name="Jesper Rindom Jensen" userId="a310f5d1-ee7a-4c45-b82c-78f0432bf078" providerId="ADAL" clId="{B5EBE4D9-D016-426F-8980-213FCB672033}" dt="2024-09-25T10:48:52.662" v="1983" actId="20577"/>
        <pc:sldMkLst>
          <pc:docMk/>
          <pc:sldMk cId="3773069501" sldId="263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233833712" sldId="264"/>
        </pc:sldMkLst>
      </pc:sldChg>
      <pc:sldChg chg="addSp modSp new mod">
        <pc:chgData name="Jesper Rindom Jensen" userId="a310f5d1-ee7a-4c45-b82c-78f0432bf078" providerId="ADAL" clId="{B5EBE4D9-D016-426F-8980-213FCB672033}" dt="2024-09-25T10:54:34.630" v="2223" actId="113"/>
        <pc:sldMkLst>
          <pc:docMk/>
          <pc:sldMk cId="1998196394" sldId="264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765242286" sldId="265"/>
        </pc:sldMkLst>
      </pc:sldChg>
      <pc:sldChg chg="addSp modSp new mod">
        <pc:chgData name="Jesper Rindom Jensen" userId="a310f5d1-ee7a-4c45-b82c-78f0432bf078" providerId="ADAL" clId="{B5EBE4D9-D016-426F-8980-213FCB672033}" dt="2024-09-25T11:00:15.520" v="2329" actId="1076"/>
        <pc:sldMkLst>
          <pc:docMk/>
          <pc:sldMk cId="2447759385" sldId="265"/>
        </pc:sldMkLst>
      </pc:sldChg>
      <pc:sldChg chg="addSp delSp modSp new mod">
        <pc:chgData name="Jesper Rindom Jensen" userId="a310f5d1-ee7a-4c45-b82c-78f0432bf078" providerId="ADAL" clId="{B5EBE4D9-D016-426F-8980-213FCB672033}" dt="2024-09-25T11:07:23.772" v="2489" actId="1076"/>
        <pc:sldMkLst>
          <pc:docMk/>
          <pc:sldMk cId="406843708" sldId="266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411111069" sldId="266"/>
        </pc:sldMkLst>
      </pc:sldChg>
      <pc:sldChg chg="modSp new mod">
        <pc:chgData name="Jesper Rindom Jensen" userId="a310f5d1-ee7a-4c45-b82c-78f0432bf078" providerId="ADAL" clId="{B5EBE4D9-D016-426F-8980-213FCB672033}" dt="2024-09-25T11:14:16.227" v="2979" actId="113"/>
        <pc:sldMkLst>
          <pc:docMk/>
          <pc:sldMk cId="816940966" sldId="267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501210359" sldId="267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66344487" sldId="268"/>
        </pc:sldMkLst>
      </pc:sldChg>
      <pc:sldChg chg="addSp delSp modSp new mod">
        <pc:chgData name="Jesper Rindom Jensen" userId="a310f5d1-ee7a-4c45-b82c-78f0432bf078" providerId="ADAL" clId="{B5EBE4D9-D016-426F-8980-213FCB672033}" dt="2024-09-27T06:51:36.208" v="3277" actId="208"/>
        <pc:sldMkLst>
          <pc:docMk/>
          <pc:sldMk cId="3410791553" sldId="268"/>
        </pc:sldMkLst>
      </pc:sldChg>
      <pc:sldChg chg="delSp modSp new mod">
        <pc:chgData name="Jesper Rindom Jensen" userId="a310f5d1-ee7a-4c45-b82c-78f0432bf078" providerId="ADAL" clId="{B5EBE4D9-D016-426F-8980-213FCB672033}" dt="2024-09-27T07:00:14.094" v="3486" actId="1076"/>
        <pc:sldMkLst>
          <pc:docMk/>
          <pc:sldMk cId="261269977" sldId="269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73721943" sldId="269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803007297" sldId="270"/>
        </pc:sldMkLst>
      </pc:sldChg>
      <pc:sldChg chg="modSp new mod">
        <pc:chgData name="Jesper Rindom Jensen" userId="a310f5d1-ee7a-4c45-b82c-78f0432bf078" providerId="ADAL" clId="{B5EBE4D9-D016-426F-8980-213FCB672033}" dt="2024-09-27T07:38:40.630" v="3631" actId="1076"/>
        <pc:sldMkLst>
          <pc:docMk/>
          <pc:sldMk cId="4273652790" sldId="27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564674061" sldId="271"/>
        </pc:sldMkLst>
      </pc:sldChg>
      <pc:sldChg chg="delSp modSp new mod">
        <pc:chgData name="Jesper Rindom Jensen" userId="a310f5d1-ee7a-4c45-b82c-78f0432bf078" providerId="ADAL" clId="{B5EBE4D9-D016-426F-8980-213FCB672033}" dt="2024-09-27T07:45:13.052" v="3855" actId="1076"/>
        <pc:sldMkLst>
          <pc:docMk/>
          <pc:sldMk cId="4178760890" sldId="271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556251944" sldId="272"/>
        </pc:sldMkLst>
      </pc:sldChg>
      <pc:sldChg chg="delSp modSp new mod">
        <pc:chgData name="Jesper Rindom Jensen" userId="a310f5d1-ee7a-4c45-b82c-78f0432bf078" providerId="ADAL" clId="{B5EBE4D9-D016-426F-8980-213FCB672033}" dt="2024-09-27T07:59:23.912" v="4056" actId="114"/>
        <pc:sldMkLst>
          <pc:docMk/>
          <pc:sldMk cId="1947175125" sldId="272"/>
        </pc:sldMkLst>
      </pc:sldChg>
      <pc:sldChg chg="addSp delSp modSp new mod modClrScheme chgLayout">
        <pc:chgData name="Jesper Rindom Jensen" userId="a310f5d1-ee7a-4c45-b82c-78f0432bf078" providerId="ADAL" clId="{B5EBE4D9-D016-426F-8980-213FCB672033}" dt="2024-09-27T08:05:22.137" v="4195" actId="1076"/>
        <pc:sldMkLst>
          <pc:docMk/>
          <pc:sldMk cId="569005556" sldId="273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17678314" sldId="273"/>
        </pc:sldMkLst>
      </pc:sldChg>
      <pc:sldChg chg="addSp delSp modSp new mod modClrScheme chgLayout">
        <pc:chgData name="Jesper Rindom Jensen" userId="a310f5d1-ee7a-4c45-b82c-78f0432bf078" providerId="ADAL" clId="{B5EBE4D9-D016-426F-8980-213FCB672033}" dt="2024-10-07T06:08:40.253" v="4773" actId="1076"/>
        <pc:sldMkLst>
          <pc:docMk/>
          <pc:sldMk cId="2267547721" sldId="274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687459029" sldId="274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109063670" sldId="275"/>
        </pc:sldMkLst>
      </pc:sldChg>
      <pc:sldChg chg="addSp delSp modSp new mod">
        <pc:chgData name="Jesper Rindom Jensen" userId="a310f5d1-ee7a-4c45-b82c-78f0432bf078" providerId="ADAL" clId="{B5EBE4D9-D016-426F-8980-213FCB672033}" dt="2024-09-27T08:30:18.111" v="4518" actId="207"/>
        <pc:sldMkLst>
          <pc:docMk/>
          <pc:sldMk cId="4067421279" sldId="275"/>
        </pc:sldMkLst>
      </pc:sldChg>
      <pc:sldChg chg="addSp modSp new mod">
        <pc:chgData name="Jesper Rindom Jensen" userId="a310f5d1-ee7a-4c45-b82c-78f0432bf078" providerId="ADAL" clId="{B5EBE4D9-D016-426F-8980-213FCB672033}" dt="2024-09-27T08:31:24.462" v="4605" actId="1076"/>
        <pc:sldMkLst>
          <pc:docMk/>
          <pc:sldMk cId="1986954977" sldId="276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210953221" sldId="276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005062655" sldId="277"/>
        </pc:sldMkLst>
      </pc:sldChg>
      <pc:sldChg chg="addSp delSp modSp new mod">
        <pc:chgData name="Jesper Rindom Jensen" userId="a310f5d1-ee7a-4c45-b82c-78f0432bf078" providerId="ADAL" clId="{B5EBE4D9-D016-426F-8980-213FCB672033}" dt="2024-09-27T08:32:35.696" v="4703" actId="20577"/>
        <pc:sldMkLst>
          <pc:docMk/>
          <pc:sldMk cId="3661995934" sldId="277"/>
        </pc:sldMkLst>
      </pc:sldChg>
      <pc:sldChg chg="modSp new mod">
        <pc:chgData name="Jesper Rindom Jensen" userId="a310f5d1-ee7a-4c45-b82c-78f0432bf078" providerId="ADAL" clId="{B5EBE4D9-D016-426F-8980-213FCB672033}" dt="2024-09-27T08:33:27.955" v="4728" actId="6549"/>
        <pc:sldMkLst>
          <pc:docMk/>
          <pc:sldMk cId="1216852912" sldId="27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1363302010" sldId="278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222728584" sldId="279"/>
        </pc:sldMkLst>
      </pc:sldChg>
      <pc:sldChg chg="modSp new mod">
        <pc:chgData name="Jesper Rindom Jensen" userId="a310f5d1-ee7a-4c45-b82c-78f0432bf078" providerId="ADAL" clId="{B5EBE4D9-D016-426F-8980-213FCB672033}" dt="2024-09-27T08:33:43.088" v="4733" actId="20577"/>
        <pc:sldMkLst>
          <pc:docMk/>
          <pc:sldMk cId="3575616704" sldId="279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487377318" sldId="280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820287478" sldId="281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077154217" sldId="282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3461158462" sldId="283"/>
        </pc:sldMkLst>
      </pc:sldChg>
      <pc:sldChg chg="del">
        <pc:chgData name="Jesper Rindom Jensen" userId="a310f5d1-ee7a-4c45-b82c-78f0432bf078" providerId="ADAL" clId="{B5EBE4D9-D016-426F-8980-213FCB672033}" dt="2024-09-25T07:40:16.503" v="0" actId="47"/>
        <pc:sldMkLst>
          <pc:docMk/>
          <pc:sldMk cId="2024352163" sldId="284"/>
        </pc:sldMkLst>
      </pc:sldChg>
    </pc:docChg>
  </pc:docChgLst>
  <pc:docChgLst>
    <pc:chgData name="Jacob El-Omar" userId="830204f9-2ed3-43b7-9cdd-bad0250ddf87" providerId="ADAL" clId="{414ABCDE-1BFE-4F05-B0B0-91E611B8FB25}"/>
    <pc:docChg chg="modSld">
      <pc:chgData name="Jacob El-Omar" userId="830204f9-2ed3-43b7-9cdd-bad0250ddf87" providerId="ADAL" clId="{414ABCDE-1BFE-4F05-B0B0-91E611B8FB25}" dt="2024-10-22T14:10:49.907" v="0" actId="1076"/>
      <pc:docMkLst>
        <pc:docMk/>
      </pc:docMkLst>
      <pc:sldChg chg="modSp mod">
        <pc:chgData name="Jacob El-Omar" userId="830204f9-2ed3-43b7-9cdd-bad0250ddf87" providerId="ADAL" clId="{414ABCDE-1BFE-4F05-B0B0-91E611B8FB25}" dt="2024-10-22T14:10:49.907" v="0" actId="1076"/>
        <pc:sldMkLst>
          <pc:docMk/>
          <pc:sldMk cId="1947175125" sldId="272"/>
        </pc:sldMkLst>
        <pc:picChg chg="mod">
          <ac:chgData name="Jacob El-Omar" userId="830204f9-2ed3-43b7-9cdd-bad0250ddf87" providerId="ADAL" clId="{414ABCDE-1BFE-4F05-B0B0-91E611B8FB25}" dt="2024-10-22T14:10:49.907" v="0" actId="1076"/>
          <ac:picMkLst>
            <pc:docMk/>
            <pc:sldMk cId="1947175125" sldId="272"/>
            <ac:picMk id="7" creationId="{150A038A-763E-0A2E-BC06-D40D4E090E4B}"/>
          </ac:picMkLst>
        </pc:picChg>
      </pc:sldChg>
    </pc:docChg>
  </pc:docChgLst>
  <pc:docChgLst>
    <pc:chgData name="Jesper Rindom Jensen" userId="a310f5d1-ee7a-4c45-b82c-78f0432bf078" providerId="ADAL" clId="{0B2BDDDA-A4D0-4D0D-92C4-4A4F04BFC521}"/>
    <pc:docChg chg="modSld">
      <pc:chgData name="Jesper Rindom Jensen" userId="a310f5d1-ee7a-4c45-b82c-78f0432bf078" providerId="ADAL" clId="{0B2BDDDA-A4D0-4D0D-92C4-4A4F04BFC521}" dt="2024-09-15T18:20:46.245" v="0" actId="20577"/>
      <pc:docMkLst>
        <pc:docMk/>
      </pc:docMkLst>
      <pc:sldChg chg="modSp mod">
        <pc:chgData name="Jesper Rindom Jensen" userId="a310f5d1-ee7a-4c45-b82c-78f0432bf078" providerId="ADAL" clId="{0B2BDDDA-A4D0-4D0D-92C4-4A4F04BFC521}" dt="2024-09-15T18:20:46.245" v="0" actId="20577"/>
        <pc:sldMkLst>
          <pc:docMk/>
          <pc:sldMk cId="390886599" sldId="268"/>
        </pc:sldMkLst>
      </pc:sldChg>
    </pc:docChg>
  </pc:docChgLst>
  <pc:docChgLst>
    <pc:chgData name="Jacob El-Omar" userId="830204f9-2ed3-43b7-9cdd-bad0250ddf87" providerId="ADAL" clId="{A8115BDC-6964-4C53-872D-DED50741F71C}"/>
    <pc:docChg chg="modSld">
      <pc:chgData name="Jacob El-Omar" userId="830204f9-2ed3-43b7-9cdd-bad0250ddf87" providerId="ADAL" clId="{A8115BDC-6964-4C53-872D-DED50741F71C}" dt="2025-01-17T10:23:32.134" v="0" actId="20577"/>
      <pc:docMkLst>
        <pc:docMk/>
      </pc:docMkLst>
      <pc:sldChg chg="modSp mod">
        <pc:chgData name="Jacob El-Omar" userId="830204f9-2ed3-43b7-9cdd-bad0250ddf87" providerId="ADAL" clId="{A8115BDC-6964-4C53-872D-DED50741F71C}" dt="2025-01-17T10:23:32.134" v="0" actId="20577"/>
        <pc:sldMkLst>
          <pc:docMk/>
          <pc:sldMk cId="1976493628" sldId="256"/>
        </pc:sldMkLst>
        <pc:spChg chg="mod">
          <ac:chgData name="Jacob El-Omar" userId="830204f9-2ed3-43b7-9cdd-bad0250ddf87" providerId="ADAL" clId="{A8115BDC-6964-4C53-872D-DED50741F71C}" dt="2025-01-17T10:23:32.134" v="0" actId="20577"/>
          <ac:spMkLst>
            <pc:docMk/>
            <pc:sldMk cId="1976493628" sldId="256"/>
            <ac:spMk id="2" creationId="{8CE5FD2F-7BCB-5CB0-0241-99CDD302C83E}"/>
          </ac:spMkLst>
        </pc:spChg>
      </pc:sldChg>
    </pc:docChg>
  </pc:docChgLst>
  <pc:docChgLst>
    <pc:chgData name="Jesper Rindom Jensen" userId="a310f5d1-ee7a-4c45-b82c-78f0432bf078" providerId="ADAL" clId="{EB9C89B6-C97F-42AD-A2EE-A556DFF3AA41}"/>
    <pc:docChg chg="modSld">
      <pc:chgData name="Jesper Rindom Jensen" userId="a310f5d1-ee7a-4c45-b82c-78f0432bf078" providerId="ADAL" clId="{EB9C89B6-C97F-42AD-A2EE-A556DFF3AA41}" dt="2024-09-22T18:20:08.689" v="2" actId="20577"/>
      <pc:docMkLst>
        <pc:docMk/>
      </pc:docMkLst>
      <pc:sldChg chg="modSp mod">
        <pc:chgData name="Jesper Rindom Jensen" userId="a310f5d1-ee7a-4c45-b82c-78f0432bf078" providerId="ADAL" clId="{EB9C89B6-C97F-42AD-A2EE-A556DFF3AA41}" dt="2024-09-22T17:56:49.299" v="0" actId="20577"/>
        <pc:sldMkLst>
          <pc:docMk/>
          <pc:sldMk cId="765242286" sldId="265"/>
        </pc:sldMkLst>
      </pc:sldChg>
      <pc:sldChg chg="modSp mod">
        <pc:chgData name="Jesper Rindom Jensen" userId="a310f5d1-ee7a-4c45-b82c-78f0432bf078" providerId="ADAL" clId="{EB9C89B6-C97F-42AD-A2EE-A556DFF3AA41}" dt="2024-09-22T18:20:08.689" v="2" actId="20577"/>
        <pc:sldMkLst>
          <pc:docMk/>
          <pc:sldMk cId="2222728584" sldId="279"/>
        </pc:sldMkLst>
      </pc:sldChg>
    </pc:docChg>
  </pc:docChgLst>
  <pc:docChgLst>
    <pc:chgData name="Jesper Rindom Jensen" userId="a310f5d1-ee7a-4c45-b82c-78f0432bf078" providerId="ADAL" clId="{A7B06563-0DE1-4A72-BAF2-0868E835833C}"/>
    <pc:docChg chg="undo custSel addSld modSld">
      <pc:chgData name="Jesper Rindom Jensen" userId="a310f5d1-ee7a-4c45-b82c-78f0432bf078" providerId="ADAL" clId="{A7B06563-0DE1-4A72-BAF2-0868E835833C}" dt="2024-09-22T14:22:42.438" v="1272" actId="114"/>
      <pc:docMkLst>
        <pc:docMk/>
      </pc:docMkLst>
      <pc:sldChg chg="modSp mod">
        <pc:chgData name="Jesper Rindom Jensen" userId="a310f5d1-ee7a-4c45-b82c-78f0432bf078" providerId="ADAL" clId="{A7B06563-0DE1-4A72-BAF2-0868E835833C}" dt="2024-09-22T13:20:39.836" v="66" actId="113"/>
        <pc:sldMkLst>
          <pc:docMk/>
          <pc:sldMk cId="66344487" sldId="268"/>
        </pc:sldMkLst>
      </pc:sldChg>
      <pc:sldChg chg="addSp delSp modSp new mod">
        <pc:chgData name="Jesper Rindom Jensen" userId="a310f5d1-ee7a-4c45-b82c-78f0432bf078" providerId="ADAL" clId="{A7B06563-0DE1-4A72-BAF2-0868E835833C}" dt="2024-09-22T13:28:27.916" v="231" actId="1076"/>
        <pc:sldMkLst>
          <pc:docMk/>
          <pc:sldMk cId="873721943" sldId="269"/>
        </pc:sldMkLst>
      </pc:sldChg>
      <pc:sldChg chg="delSp modSp new mod">
        <pc:chgData name="Jesper Rindom Jensen" userId="a310f5d1-ee7a-4c45-b82c-78f0432bf078" providerId="ADAL" clId="{A7B06563-0DE1-4A72-BAF2-0868E835833C}" dt="2024-09-22T13:32:37.707" v="303" actId="1076"/>
        <pc:sldMkLst>
          <pc:docMk/>
          <pc:sldMk cId="1803007297" sldId="270"/>
        </pc:sldMkLst>
      </pc:sldChg>
      <pc:sldChg chg="modSp new mod">
        <pc:chgData name="Jesper Rindom Jensen" userId="a310f5d1-ee7a-4c45-b82c-78f0432bf078" providerId="ADAL" clId="{A7B06563-0DE1-4A72-BAF2-0868E835833C}" dt="2024-09-22T13:35:45.352" v="395" actId="1076"/>
        <pc:sldMkLst>
          <pc:docMk/>
          <pc:sldMk cId="1564674061" sldId="271"/>
        </pc:sldMkLst>
      </pc:sldChg>
      <pc:sldChg chg="addSp modSp new mod">
        <pc:chgData name="Jesper Rindom Jensen" userId="a310f5d1-ee7a-4c45-b82c-78f0432bf078" providerId="ADAL" clId="{A7B06563-0DE1-4A72-BAF2-0868E835833C}" dt="2024-09-22T13:36:58.215" v="404" actId="20577"/>
        <pc:sldMkLst>
          <pc:docMk/>
          <pc:sldMk cId="556251944" sldId="272"/>
        </pc:sldMkLst>
      </pc:sldChg>
      <pc:sldChg chg="delSp modSp new mod">
        <pc:chgData name="Jesper Rindom Jensen" userId="a310f5d1-ee7a-4c45-b82c-78f0432bf078" providerId="ADAL" clId="{A7B06563-0DE1-4A72-BAF2-0868E835833C}" dt="2024-09-22T13:40:29.922" v="481" actId="1076"/>
        <pc:sldMkLst>
          <pc:docMk/>
          <pc:sldMk cId="817678314" sldId="273"/>
        </pc:sldMkLst>
      </pc:sldChg>
      <pc:sldChg chg="addSp delSp modSp new mod">
        <pc:chgData name="Jesper Rindom Jensen" userId="a310f5d1-ee7a-4c45-b82c-78f0432bf078" providerId="ADAL" clId="{A7B06563-0DE1-4A72-BAF2-0868E835833C}" dt="2024-09-22T13:41:31.462" v="496" actId="1076"/>
        <pc:sldMkLst>
          <pc:docMk/>
          <pc:sldMk cId="2687459029" sldId="274"/>
        </pc:sldMkLst>
      </pc:sldChg>
      <pc:sldChg chg="modSp new mod">
        <pc:chgData name="Jesper Rindom Jensen" userId="a310f5d1-ee7a-4c45-b82c-78f0432bf078" providerId="ADAL" clId="{A7B06563-0DE1-4A72-BAF2-0868E835833C}" dt="2024-09-22T13:43:59.321" v="542" actId="1076"/>
        <pc:sldMkLst>
          <pc:docMk/>
          <pc:sldMk cId="2109063670" sldId="275"/>
        </pc:sldMkLst>
      </pc:sldChg>
      <pc:sldChg chg="modSp new mod">
        <pc:chgData name="Jesper Rindom Jensen" userId="a310f5d1-ee7a-4c45-b82c-78f0432bf078" providerId="ADAL" clId="{A7B06563-0DE1-4A72-BAF2-0868E835833C}" dt="2024-09-22T13:48:50.764" v="631" actId="1076"/>
        <pc:sldMkLst>
          <pc:docMk/>
          <pc:sldMk cId="4210953221" sldId="276"/>
        </pc:sldMkLst>
      </pc:sldChg>
      <pc:sldChg chg="delSp modSp new mod">
        <pc:chgData name="Jesper Rindom Jensen" userId="a310f5d1-ee7a-4c45-b82c-78f0432bf078" providerId="ADAL" clId="{A7B06563-0DE1-4A72-BAF2-0868E835833C}" dt="2024-09-22T13:57:40.017" v="736" actId="1076"/>
        <pc:sldMkLst>
          <pc:docMk/>
          <pc:sldMk cId="2005062655" sldId="277"/>
        </pc:sldMkLst>
      </pc:sldChg>
      <pc:sldChg chg="modSp new mod">
        <pc:chgData name="Jesper Rindom Jensen" userId="a310f5d1-ee7a-4c45-b82c-78f0432bf078" providerId="ADAL" clId="{A7B06563-0DE1-4A72-BAF2-0868E835833C}" dt="2024-09-22T14:02:17.020" v="787" actId="1076"/>
        <pc:sldMkLst>
          <pc:docMk/>
          <pc:sldMk cId="1363302010" sldId="278"/>
        </pc:sldMkLst>
      </pc:sldChg>
      <pc:sldChg chg="addSp delSp modSp new mod">
        <pc:chgData name="Jesper Rindom Jensen" userId="a310f5d1-ee7a-4c45-b82c-78f0432bf078" providerId="ADAL" clId="{A7B06563-0DE1-4A72-BAF2-0868E835833C}" dt="2024-09-22T14:08:44.150" v="924" actId="1076"/>
        <pc:sldMkLst>
          <pc:docMk/>
          <pc:sldMk cId="2222728584" sldId="279"/>
        </pc:sldMkLst>
      </pc:sldChg>
      <pc:sldChg chg="addSp delSp modSp new mod">
        <pc:chgData name="Jesper Rindom Jensen" userId="a310f5d1-ee7a-4c45-b82c-78f0432bf078" providerId="ADAL" clId="{A7B06563-0DE1-4A72-BAF2-0868E835833C}" dt="2024-09-22T14:12:27.547" v="931" actId="14100"/>
        <pc:sldMkLst>
          <pc:docMk/>
          <pc:sldMk cId="487377318" sldId="280"/>
        </pc:sldMkLst>
      </pc:sldChg>
      <pc:sldChg chg="addSp delSp modSp new mod modClrScheme chgLayout">
        <pc:chgData name="Jesper Rindom Jensen" userId="a310f5d1-ee7a-4c45-b82c-78f0432bf078" providerId="ADAL" clId="{A7B06563-0DE1-4A72-BAF2-0868E835833C}" dt="2024-09-22T14:13:43.007" v="951"/>
        <pc:sldMkLst>
          <pc:docMk/>
          <pc:sldMk cId="820287478" sldId="281"/>
        </pc:sldMkLst>
      </pc:sldChg>
      <pc:sldChg chg="addSp delSp modSp new mod modClrScheme chgLayout">
        <pc:chgData name="Jesper Rindom Jensen" userId="a310f5d1-ee7a-4c45-b82c-78f0432bf078" providerId="ADAL" clId="{A7B06563-0DE1-4A72-BAF2-0868E835833C}" dt="2024-09-22T14:16:47.550" v="1010" actId="1076"/>
        <pc:sldMkLst>
          <pc:docMk/>
          <pc:sldMk cId="3077154217" sldId="282"/>
        </pc:sldMkLst>
      </pc:sldChg>
      <pc:sldChg chg="addSp delSp modSp new mod">
        <pc:chgData name="Jesper Rindom Jensen" userId="a310f5d1-ee7a-4c45-b82c-78f0432bf078" providerId="ADAL" clId="{A7B06563-0DE1-4A72-BAF2-0868E835833C}" dt="2024-09-22T14:22:42.438" v="1272" actId="114"/>
        <pc:sldMkLst>
          <pc:docMk/>
          <pc:sldMk cId="3461158462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B2315-7E14-42D9-86F1-6A6260183E1C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75C91-8B70-4F9E-A658-2109D32D6DE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6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0016-4BA9-BF15-ACC5-DBA3C6FE4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FF2DD-6C77-28B8-FFBE-976B8BEC1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CBFC7-89E8-B781-698D-763EC569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FEA96-E3ED-F2E2-AC4E-5D13804F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EBF60-0E02-455B-7376-D9AA60B3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06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32F6-EAB1-7490-5850-140567FDF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459B5-7383-1B3E-9E6C-F39D77284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D22A1-8E7D-0D99-2F29-17833D1BA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79A67-2898-BE1A-7890-F75DF25D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B57D-3DCD-BB9F-2A00-DE402A6B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632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F22B-0B85-D096-96AA-8A19219B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2425A-B848-E190-CC88-56DEC0F8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E1F3-CB68-7F0A-E79A-F1BF91FAD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1519-35D7-2B6D-A0C3-B024A8EB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5D939-7EA3-3E9C-0CE3-2F71C0AA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970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729F4-E3FF-D70F-BE2F-F7F3C52D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D2378-35C9-DE8F-D18C-8AB600689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9889-EE2D-5E3D-AC1F-078E7B2B3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2FE1A-8D97-D8AB-91D8-3BEBEFF1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2532-75DD-0E55-B770-3B2C1B2C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C8EDF-59C7-73C0-CC98-0C1F70539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038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CD88-28A1-9803-7337-04F17F840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F6704-3351-9801-8923-3CB747236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D66C1-49EA-339B-DF3F-97A39F676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1C2A49-EE57-29D8-28AF-D3158DF13E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14187-CF4E-B2BC-A0C2-F6FDE17CD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33F25-072E-23D8-E167-7ACC997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9EA87-8B34-274A-381A-038E82F8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3B4FF-7844-D65A-CEDB-29EE5ADD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09739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F4E1-A925-82B3-792A-3BF2C08F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1BE32-67B5-1DF7-5A94-80CD1DC6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ED93E-DDBC-BF7F-340D-6025C491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7ADC8-0D34-5FFC-612D-A4AE5001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734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9CF3C-22E7-4BC9-4295-09068525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2FDE4-5190-702F-E0FB-CE80D6B3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EA15E-B05D-1037-7520-9596ED9C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8777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A9D7-0128-9FEC-AEDC-E500519F3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C482-E15C-35A2-7E4B-B70F2C9B2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74619-52DD-08C1-B651-DF6BA9744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78BCA-3476-381D-A340-CB2D395D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211BC-9A08-B17A-A16C-6BA99D9D6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5000-9292-F9B2-E332-9AB36D93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44404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8651-4682-D763-CB46-4126CD7D9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7B38A-6BCF-B657-0BDB-41B8C87DA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882C1-4DAA-A740-3C36-619C34D70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B0225C-7B96-6381-E70E-D085C53A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162EF-C783-7412-6615-1179C11D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49290-589F-AD63-763F-CE4B8C0D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4830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1DC3-E01C-13E5-486D-D701809A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89A0F-382D-3F24-DB0B-6A2986BC9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3104-064F-6560-B613-A7DA18BC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FA79-6158-FD89-5E75-F7F613531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8AFE-CD1F-9639-363B-AD205DBE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775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C8DAB-1FFB-B052-F0EC-BDA5B780E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9D070E-B318-0E99-9F82-4CD716F39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8060-376F-ADAC-8F12-70559B2F2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76A78-B6C1-F574-2337-B3254B35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4DEE-7468-0A0E-0480-86E25A37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970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48F2D-4626-B428-32AD-CFF647C71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035DE-7CC5-D30E-A343-876E4B648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2E187-318D-415B-3DB9-A05375AFB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CA8D5B-08D0-40B7-94C6-BC1D9BCA46D7}" type="datetimeFigureOut">
              <a:rPr lang="da-DK" smtClean="0"/>
              <a:t>17-01-2025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A964-0C28-34C6-946C-424C78083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09B1-167C-51BE-EAC6-787286687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613A-740B-428E-B091-0253FC6C5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232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rj@es.aau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1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29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34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44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5FD2F-7BCB-5CB0-0241-99CDD302C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Recursive Least Squares Adaptive Filters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8ABE1-A0D7-1B8F-E833-E8DF657FC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Jesper Rindom Jensen, </a:t>
            </a:r>
            <a:r>
              <a:rPr lang="da-DK" dirty="0">
                <a:hlinkClick r:id="rId2"/>
              </a:rPr>
              <a:t>jrj@es.aau.dk</a:t>
            </a:r>
            <a:r>
              <a:rPr lang="da-DK" dirty="0"/>
              <a:t> </a:t>
            </a:r>
          </a:p>
          <a:p>
            <a:r>
              <a:rPr lang="da-DK" dirty="0"/>
              <a:t>Advanced Signal Processing, Electronic Systems, Aalborg University</a:t>
            </a:r>
          </a:p>
        </p:txBody>
      </p:sp>
    </p:spTree>
    <p:extLst>
      <p:ext uri="{BB962C8B-B14F-4D97-AF65-F5344CB8AC3E}">
        <p14:creationId xmlns:p14="http://schemas.microsoft.com/office/powerpoint/2010/main" val="197649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28F6-BC03-2823-5189-F3071A0A4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filtering – Least Squares Solution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A0FBD-2DAF-08D2-12A0-10724E92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Consider an adaptive filter </a:t>
            </a:r>
            <a:br>
              <a:rPr lang="da-DK" dirty="0"/>
            </a:br>
            <a:r>
              <a:rPr lang="da-DK" dirty="0"/>
              <a:t>setup:</a:t>
            </a:r>
          </a:p>
          <a:p>
            <a:endParaRPr lang="da-DK" dirty="0"/>
          </a:p>
          <a:p>
            <a:r>
              <a:rPr lang="da-DK" dirty="0"/>
              <a:t>We introduce vectors containing the signal and filter values: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EC21B-9212-3F55-411D-1D4F4727F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255" y="1388817"/>
            <a:ext cx="6069623" cy="18571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6C19AC-0493-1A27-DF02-AA5B340180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28" y="3824989"/>
            <a:ext cx="6336858" cy="266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3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EC7-14D9-2F13-3AD3-66734E4DB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filtering – Least Squares Solution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1D004-DE01-E2F9-24E9-69B4F201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With the vector notation, we have that</a:t>
            </a:r>
          </a:p>
          <a:p>
            <a:endParaRPr lang="da-DK" dirty="0"/>
          </a:p>
          <a:p>
            <a:r>
              <a:rPr lang="da-DK" dirty="0"/>
              <a:t>The LS cost function can then be written as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Based on this, the optimal filter in the LS sense is</a:t>
            </a:r>
          </a:p>
          <a:p>
            <a:endParaRPr lang="da-DK" dirty="0"/>
          </a:p>
          <a:p>
            <a:r>
              <a:rPr lang="da-DK" b="1" dirty="0"/>
              <a:t>Problem:</a:t>
            </a:r>
            <a:r>
              <a:rPr lang="da-DK" dirty="0"/>
              <a:t> </a:t>
            </a:r>
            <a:r>
              <a:rPr lang="da-DK" b="1" dirty="0"/>
              <a:t>A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and </a:t>
            </a:r>
            <a:r>
              <a:rPr lang="da-DK" b="1" dirty="0"/>
              <a:t>d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keeps growing as </a:t>
            </a:r>
            <a:r>
              <a:rPr lang="da-DK" i="1" dirty="0"/>
              <a:t>n</a:t>
            </a:r>
            <a:r>
              <a:rPr lang="da-DK" dirty="0"/>
              <a:t> is increasing!</a:t>
            </a:r>
            <a:endParaRPr lang="da-DK" b="1" i="1" dirty="0"/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D533C-10B2-0302-B613-70AB742FBEE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6" y="2418815"/>
            <a:ext cx="3833600" cy="3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BE292-F6DB-5C32-02CA-D64CB5F8650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00" y="3364005"/>
            <a:ext cx="10886399" cy="985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D849B9-ADB1-6430-3FE7-A3A26B145B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86" y="4942795"/>
            <a:ext cx="5574400" cy="38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BC8A-7482-7CBF-7E36-5926297B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Weighted Least Squares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23D1-E783-12A2-806D-7E77DA540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512"/>
          </a:xfrm>
        </p:spPr>
        <p:txBody>
          <a:bodyPr>
            <a:normAutofit/>
          </a:bodyPr>
          <a:lstStyle/>
          <a:p>
            <a:r>
              <a:rPr lang="da-DK" dirty="0"/>
              <a:t>New data should be assigned greater weight than old data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where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Use the 5-step procedure to design the filters.</a:t>
            </a:r>
          </a:p>
          <a:p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BD3EB9-5434-64BB-7E55-E650E9CD0A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00" y="2539999"/>
            <a:ext cx="7307165" cy="405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24368-5667-3DEF-502E-1EF226A5A0E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000" y="3657575"/>
            <a:ext cx="6291126" cy="191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0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7CB3-B8A8-12D7-04F1-CE5601F08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Filter design – step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AC78-C8D5-5409-03AB-E171E0D4E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8732"/>
          </a:xfrm>
        </p:spPr>
        <p:txBody>
          <a:bodyPr>
            <a:normAutofit/>
          </a:bodyPr>
          <a:lstStyle/>
          <a:p>
            <a:r>
              <a:rPr lang="da-DK" dirty="0"/>
              <a:t>Construct the cost function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with 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We refer to            and             as the correlation matrix and the cross-correlation vector, respectively.</a:t>
            </a:r>
          </a:p>
          <a:p>
            <a:r>
              <a:rPr lang="da-DK" dirty="0"/>
              <a:t> They are scaled and weighted estimates of </a:t>
            </a:r>
            <a:r>
              <a:rPr lang="da-DK" b="1" dirty="0"/>
              <a:t>R</a:t>
            </a:r>
            <a:r>
              <a:rPr lang="da-DK" i="1" baseline="-25000" dirty="0"/>
              <a:t>u</a:t>
            </a:r>
            <a:r>
              <a:rPr lang="da-DK" dirty="0"/>
              <a:t> and </a:t>
            </a:r>
            <a:r>
              <a:rPr lang="da-DK" b="1" dirty="0"/>
              <a:t>r</a:t>
            </a:r>
            <a:r>
              <a:rPr lang="da-DK" i="1" baseline="-25000" dirty="0"/>
              <a:t>ud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039E1D-B340-17E6-7386-8F07CEA1F1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600" y="2353963"/>
            <a:ext cx="9612800" cy="84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38187A-902A-A052-394D-C64D4BD2F4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415" y="3843063"/>
            <a:ext cx="3251200" cy="844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396D3C-C640-0E5A-7762-A696463DB58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540" y="4969146"/>
            <a:ext cx="727467" cy="35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58DEEE-C63C-F57B-DDC9-521FE4BE95B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647" y="4937576"/>
            <a:ext cx="701867" cy="3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5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15CA-7EA9-7981-5D26-FF2729080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Filter design – step 2+3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2219-59FC-3EBC-381D-2446291FE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Step 2</a:t>
            </a:r>
            <a:r>
              <a:rPr lang="da-DK" dirty="0"/>
              <a:t>: Find the gradient</a:t>
            </a:r>
          </a:p>
          <a:p>
            <a:endParaRPr lang="da-DK" dirty="0"/>
          </a:p>
          <a:p>
            <a:endParaRPr lang="da-DK" dirty="0"/>
          </a:p>
          <a:p>
            <a:r>
              <a:rPr lang="da-DK" b="1" dirty="0"/>
              <a:t>Step 3</a:t>
            </a:r>
            <a:r>
              <a:rPr lang="da-DK" dirty="0"/>
              <a:t>: Solve </a:t>
            </a:r>
            <a:r>
              <a:rPr lang="da-DK" b="1" dirty="0"/>
              <a:t>g</a:t>
            </a:r>
            <a:r>
              <a:rPr lang="da-DK" dirty="0"/>
              <a:t>(</a:t>
            </a:r>
            <a:r>
              <a:rPr lang="da-DK" b="1" dirty="0"/>
              <a:t>w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)) = </a:t>
            </a:r>
            <a:r>
              <a:rPr lang="da-DK" b="1" dirty="0"/>
              <a:t>0</a:t>
            </a:r>
            <a:r>
              <a:rPr lang="da-DK" dirty="0"/>
              <a:t> for </a:t>
            </a:r>
            <a:r>
              <a:rPr lang="da-DK" b="1" dirty="0"/>
              <a:t>w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EF9E42-B8F9-25B5-B70F-889EC906AB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104" y="2551016"/>
            <a:ext cx="9978696" cy="4768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E7A3A4-D901-B5D0-9734-33492F267A0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02" y="4001294"/>
            <a:ext cx="5096533" cy="1467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98C551-CE2A-5C51-F17E-14064AD256A0}"/>
              </a:ext>
            </a:extLst>
          </p:cNvPr>
          <p:cNvSpPr txBox="1"/>
          <p:nvPr/>
        </p:nvSpPr>
        <p:spPr>
          <a:xfrm>
            <a:off x="5934122" y="4539477"/>
            <a:ext cx="3415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(weighted normal equations)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FC3D4-FD70-370A-F671-FA221CAA2654}"/>
              </a:ext>
            </a:extLst>
          </p:cNvPr>
          <p:cNvSpPr txBox="1"/>
          <p:nvPr/>
        </p:nvSpPr>
        <p:spPr>
          <a:xfrm>
            <a:off x="5934122" y="5099695"/>
            <a:ext cx="3415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(if correlation matrix is invertible)</a:t>
            </a:r>
          </a:p>
        </p:txBody>
      </p:sp>
    </p:spTree>
    <p:extLst>
      <p:ext uri="{BB962C8B-B14F-4D97-AF65-F5344CB8AC3E}">
        <p14:creationId xmlns:p14="http://schemas.microsoft.com/office/powerpoint/2010/main" val="169031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02F1-6506-1BBC-1437-D1CED56F6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Filter design – step 4+5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ED498-1DE8-4C64-D588-1732632A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Step 4</a:t>
            </a:r>
            <a:r>
              <a:rPr lang="da-DK" dirty="0"/>
              <a:t>: Find the Hessian</a:t>
            </a:r>
          </a:p>
          <a:p>
            <a:endParaRPr lang="da-DK" dirty="0"/>
          </a:p>
          <a:p>
            <a:r>
              <a:rPr lang="da-DK" dirty="0"/>
              <a:t>Positive definite for all </a:t>
            </a:r>
            <a:r>
              <a:rPr lang="da-DK" b="1" dirty="0"/>
              <a:t>w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if </a:t>
            </a:r>
            <a:r>
              <a:rPr lang="da-DK" b="1" dirty="0"/>
              <a:t>A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is full rank and </a:t>
            </a:r>
            <a:r>
              <a:rPr lang="el-GR" i="1" dirty="0"/>
              <a:t>β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,</a:t>
            </a:r>
            <a:r>
              <a:rPr lang="da-DK" i="1" dirty="0"/>
              <a:t>i</a:t>
            </a:r>
            <a:r>
              <a:rPr lang="da-DK" dirty="0"/>
              <a:t>) &gt; 0 for all    </a:t>
            </a:r>
            <a:r>
              <a:rPr lang="da-DK" i="1" dirty="0"/>
              <a:t>n</a:t>
            </a:r>
            <a:r>
              <a:rPr lang="da-DK" dirty="0"/>
              <a:t>  ≥ </a:t>
            </a:r>
            <a:r>
              <a:rPr lang="da-DK" i="1" dirty="0"/>
              <a:t>i </a:t>
            </a:r>
            <a:r>
              <a:rPr lang="da-DK" dirty="0"/>
              <a:t>&gt; 0.</a:t>
            </a:r>
          </a:p>
          <a:p>
            <a:endParaRPr lang="da-DK" dirty="0"/>
          </a:p>
          <a:p>
            <a:r>
              <a:rPr lang="da-DK" b="1" dirty="0"/>
              <a:t>Step 5</a:t>
            </a:r>
            <a:r>
              <a:rPr lang="da-DK" dirty="0"/>
              <a:t>: Implication</a:t>
            </a:r>
          </a:p>
          <a:p>
            <a:pPr lvl="1"/>
            <a:r>
              <a:rPr lang="da-DK" dirty="0"/>
              <a:t>                     is a convex function, and </a:t>
            </a:r>
          </a:p>
          <a:p>
            <a:pPr lvl="1"/>
            <a:r>
              <a:rPr lang="da-DK" dirty="0"/>
              <a:t>                                                is the global minimiser</a:t>
            </a:r>
          </a:p>
          <a:p>
            <a:r>
              <a:rPr lang="da-DK" dirty="0"/>
              <a:t>Solution (</a:t>
            </a:r>
            <a:r>
              <a:rPr lang="da-DK" b="1" dirty="0"/>
              <a:t>w</a:t>
            </a:r>
            <a:r>
              <a:rPr lang="da-DK" i="1" baseline="-25000" dirty="0"/>
              <a:t>o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)) often referred to as WLS solution.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8FF56-C25C-FB9C-08D8-EFCBB2EDB6C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533" y="2308646"/>
            <a:ext cx="2766933" cy="3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D716D2-E61C-C376-D6B4-ECED30439A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583" y="4765408"/>
            <a:ext cx="1195886" cy="314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B98741-5EE3-EC0B-CD0A-ADE0D6610BA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583" y="5079922"/>
            <a:ext cx="2816000" cy="34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3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4161-B5EE-910B-09B4-83E198F6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of the (Cross-)Correlation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6DA2-02A7-D441-9702-7BA5D953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Comparing weighted normal equations and Wiener-Hopf equations: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Constant </a:t>
            </a:r>
            <a:r>
              <a:rPr lang="da-DK" i="1" dirty="0"/>
              <a:t>c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,</a:t>
            </a:r>
            <a:r>
              <a:rPr lang="el-GR" i="1" dirty="0"/>
              <a:t> β</a:t>
            </a:r>
            <a:r>
              <a:rPr lang="da-DK" dirty="0"/>
              <a:t>) depends on </a:t>
            </a:r>
            <a:r>
              <a:rPr lang="da-DK" i="1" dirty="0"/>
              <a:t>n</a:t>
            </a:r>
            <a:r>
              <a:rPr lang="da-DK" dirty="0"/>
              <a:t> and weighting </a:t>
            </a:r>
            <a:r>
              <a:rPr lang="el-GR" i="1" dirty="0"/>
              <a:t>β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,</a:t>
            </a:r>
            <a:r>
              <a:rPr lang="da-DK" i="1" dirty="0"/>
              <a:t>i</a:t>
            </a:r>
            <a:r>
              <a:rPr lang="da-DK" dirty="0"/>
              <a:t>). </a:t>
            </a:r>
          </a:p>
          <a:p>
            <a:r>
              <a:rPr lang="da-DK" dirty="0"/>
              <a:t>Can be selected so the (cross-)correlation estimates are unbiased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3E86F-5078-3179-F0C9-4F30834F8D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0" y="2610759"/>
            <a:ext cx="10176000" cy="18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6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17AE3-F248-9F5D-60BE-DA412A6C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Growing Window Weight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BB764-6403-6B8C-930C-C66AC0920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b="1" dirty="0"/>
              <a:t>growing window </a:t>
            </a:r>
            <a:r>
              <a:rPr lang="da-DK" dirty="0"/>
              <a:t>weight function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Reduces WLS to the standard LS problem. </a:t>
            </a:r>
          </a:p>
          <a:p>
            <a:r>
              <a:rPr lang="da-DK" dirty="0"/>
              <a:t>In order to obtained unbiases estimates of </a:t>
            </a:r>
            <a:r>
              <a:rPr lang="da-DK" b="1" dirty="0"/>
              <a:t>R</a:t>
            </a:r>
            <a:r>
              <a:rPr lang="da-DK" i="1" baseline="-25000" dirty="0"/>
              <a:t>u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and </a:t>
            </a:r>
            <a:r>
              <a:rPr lang="da-DK" b="1" dirty="0"/>
              <a:t>r</a:t>
            </a:r>
            <a:r>
              <a:rPr lang="da-DK" i="1" baseline="-25000" dirty="0"/>
              <a:t>ud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660ED-F27A-6E8B-A6E3-B877908DD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059" y="2445823"/>
            <a:ext cx="5908943" cy="1966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0DF61-1B85-3FDC-700C-EFB245483A1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996" y="2897800"/>
            <a:ext cx="3716266" cy="10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FA9DD8-C0BD-064B-159A-0812D10CA9B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059" y="5962563"/>
            <a:ext cx="1696000" cy="4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96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BD32-8F5D-6B3D-9A75-F95115AD4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Sliding Window Weight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C6805-439D-E1B8-3B3C-782D699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b="1" dirty="0"/>
              <a:t>sliding window </a:t>
            </a:r>
            <a:r>
              <a:rPr lang="da-DK" dirty="0"/>
              <a:t>weight function: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Selecting L = n, the sliding window reduces to the growing window.</a:t>
            </a:r>
          </a:p>
          <a:p>
            <a:r>
              <a:rPr lang="da-DK" dirty="0"/>
              <a:t>In order to obtained unbiases estimates of </a:t>
            </a:r>
            <a:r>
              <a:rPr lang="da-DK" b="1" dirty="0"/>
              <a:t>R</a:t>
            </a:r>
            <a:r>
              <a:rPr lang="da-DK" i="1" baseline="-25000" dirty="0"/>
              <a:t>u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and </a:t>
            </a:r>
            <a:r>
              <a:rPr lang="da-DK" b="1" dirty="0"/>
              <a:t>r</a:t>
            </a:r>
            <a:r>
              <a:rPr lang="da-DK" i="1" baseline="-25000" dirty="0"/>
              <a:t>ud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B33FD-0209-B5CC-DB22-E91A202E19A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86" y="2897800"/>
            <a:ext cx="4422400" cy="10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3ADDB1-6FD9-1ABE-7861-845B89207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734" y="2427493"/>
            <a:ext cx="6047657" cy="19897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AAA26E-162A-4755-B7D0-7F2574F6A27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400" y="5963629"/>
            <a:ext cx="1715200" cy="4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59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78F0-B0E7-13C0-9EB6-356F5F35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Exponential Weight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C06D-CEEF-65C5-BC24-BAAC96FE0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5075"/>
          </a:xfrm>
        </p:spPr>
        <p:txBody>
          <a:bodyPr>
            <a:normAutofit/>
          </a:bodyPr>
          <a:lstStyle/>
          <a:p>
            <a:r>
              <a:rPr lang="da-DK" dirty="0"/>
              <a:t>The </a:t>
            </a:r>
            <a:r>
              <a:rPr lang="da-DK" b="1" dirty="0"/>
              <a:t>exponential window </a:t>
            </a:r>
            <a:r>
              <a:rPr lang="da-DK" dirty="0"/>
              <a:t>weight function: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If we select </a:t>
            </a:r>
            <a:r>
              <a:rPr lang="el-GR" i="1" dirty="0"/>
              <a:t>λ</a:t>
            </a:r>
            <a:r>
              <a:rPr lang="da-DK" dirty="0"/>
              <a:t> = 1, the exponential window reduces to the growing window. </a:t>
            </a:r>
          </a:p>
          <a:p>
            <a:r>
              <a:rPr lang="da-DK" dirty="0"/>
              <a:t>In order to obtained unbiases estimates of </a:t>
            </a:r>
            <a:r>
              <a:rPr lang="da-DK" b="1" dirty="0"/>
              <a:t>R</a:t>
            </a:r>
            <a:r>
              <a:rPr lang="da-DK" i="1" baseline="-25000" dirty="0"/>
              <a:t>u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and </a:t>
            </a:r>
            <a:r>
              <a:rPr lang="da-DK" b="1" dirty="0"/>
              <a:t>r</a:t>
            </a:r>
            <a:r>
              <a:rPr lang="da-DK" i="1" baseline="-25000" dirty="0"/>
              <a:t>ud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):</a:t>
            </a:r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EADDC-172E-7FB6-0675-2195F2640AE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976" y="2897800"/>
            <a:ext cx="4256000" cy="10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AE055-FEDE-5F66-CC51-B5CC46F19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66" y="2368331"/>
            <a:ext cx="5658888" cy="18740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12BCD-695F-109C-47E9-369B764FA3E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143" y="5780700"/>
            <a:ext cx="3757714" cy="91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C539-2E7D-CDFC-3A02-854F32A1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Least-Squares Algorithm (Exponential Weight Function)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5A2D9-BC5F-7294-5067-2972AA545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2630"/>
          </a:xfrm>
        </p:spPr>
        <p:txBody>
          <a:bodyPr>
            <a:normAutofit/>
          </a:bodyPr>
          <a:lstStyle/>
          <a:p>
            <a:r>
              <a:rPr lang="da-DK" dirty="0"/>
              <a:t>In an online algorithm, we solve the weighted normal equations for every time index </a:t>
            </a:r>
            <a:r>
              <a:rPr lang="da-DK" i="1" dirty="0"/>
              <a:t>n</a:t>
            </a:r>
          </a:p>
          <a:p>
            <a:endParaRPr lang="da-DK" i="1" dirty="0"/>
          </a:p>
          <a:p>
            <a:r>
              <a:rPr lang="da-DK" dirty="0"/>
              <a:t>Direct solution:</a:t>
            </a:r>
          </a:p>
          <a:p>
            <a:endParaRPr lang="da-DK" dirty="0"/>
          </a:p>
          <a:p>
            <a:r>
              <a:rPr lang="da-DK" dirty="0"/>
              <a:t>Computationally complex since:</a:t>
            </a:r>
          </a:p>
          <a:p>
            <a:pPr marL="914400" lvl="1" indent="-457200">
              <a:buFont typeface="+mj-lt"/>
              <a:buAutoNum type="arabicPeriod"/>
            </a:pPr>
            <a:r>
              <a:rPr lang="da-DK" b="1" dirty="0"/>
              <a:t>A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), </a:t>
            </a:r>
            <a:r>
              <a:rPr lang="da-DK" b="1" dirty="0"/>
              <a:t>B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), and </a:t>
            </a:r>
            <a:r>
              <a:rPr lang="da-DK" b="1" dirty="0"/>
              <a:t>d</a:t>
            </a:r>
            <a:r>
              <a:rPr lang="da-DK" dirty="0"/>
              <a:t>(</a:t>
            </a:r>
            <a:r>
              <a:rPr lang="da-DK" i="1" dirty="0"/>
              <a:t>n</a:t>
            </a:r>
            <a:r>
              <a:rPr lang="da-DK" dirty="0"/>
              <a:t>) grows with n </a:t>
            </a:r>
            <a:r>
              <a:rPr lang="da-DK" dirty="0">
                <a:sym typeface="Wingdings" panose="05000000000000000000" pitchFamily="2" charset="2"/>
              </a:rPr>
              <a:t> direction solution infeasible without finite window.</a:t>
            </a:r>
          </a:p>
          <a:p>
            <a:pPr marL="914400" lvl="1" indent="-457200">
              <a:buFont typeface="+mj-lt"/>
              <a:buAutoNum type="arabicPeriod"/>
            </a:pPr>
            <a:r>
              <a:rPr lang="da-DK" dirty="0">
                <a:sym typeface="Wingdings" panose="05000000000000000000" pitchFamily="2" charset="2"/>
              </a:rPr>
              <a:t>Complexity scales cubically with filter order: </a:t>
            </a:r>
          </a:p>
          <a:p>
            <a:r>
              <a:rPr lang="da-DK" dirty="0">
                <a:sym typeface="Wingdings" panose="05000000000000000000" pitchFamily="2" charset="2"/>
              </a:rPr>
              <a:t>RLS algorithm </a:t>
            </a:r>
            <a:r>
              <a:rPr lang="da-DK" b="1" dirty="0">
                <a:sym typeface="Wingdings" panose="05000000000000000000" pitchFamily="2" charset="2"/>
              </a:rPr>
              <a:t>solves both problems</a:t>
            </a:r>
            <a:r>
              <a:rPr lang="da-DK" dirty="0">
                <a:sym typeface="Wingdings" panose="05000000000000000000" pitchFamily="2" charset="2"/>
              </a:rPr>
              <a:t>!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6C2B4-06B3-D6EA-D65B-8E2CF93044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00" y="2694236"/>
            <a:ext cx="2739200" cy="35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53281-3522-440D-5723-7A9D5B5FF41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066" y="3632728"/>
            <a:ext cx="3133867" cy="407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B6AE76-4ED0-F245-9AB4-078F856B9B4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013" y="5470488"/>
            <a:ext cx="903314" cy="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4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366F8-17EF-CEFD-B093-CA4F0E63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Recursive Computation of </a:t>
            </a:r>
            <a:br>
              <a:rPr lang="da-DK" dirty="0"/>
            </a:br>
            <a:r>
              <a:rPr lang="da-DK" dirty="0"/>
              <a:t>(Cross-)Correlation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13499-C8A0-115B-6787-942C0CD6A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(Cross-)correlation estimates can be recursively updated by rewriting: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03DEE-07A1-B65F-B6D0-E2FE39EDE6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71" y="2540000"/>
            <a:ext cx="8864918" cy="19888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1EA1D4-8741-9ABC-4819-9C91D308DAD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605" y="4732356"/>
            <a:ext cx="8088381" cy="19748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F0DF0C-ED65-FBBE-73AA-00547791ED04}"/>
              </a:ext>
            </a:extLst>
          </p:cNvPr>
          <p:cNvSpPr txBox="1"/>
          <p:nvPr/>
        </p:nvSpPr>
        <p:spPr>
          <a:xfrm>
            <a:off x="8262651" y="4239959"/>
            <a:ext cx="379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Reduced computational complexity!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27317F-F4CF-A49B-E25E-372195ACBA33}"/>
              </a:ext>
            </a:extLst>
          </p:cNvPr>
          <p:cNvCxnSpPr/>
          <p:nvPr/>
        </p:nvCxnSpPr>
        <p:spPr>
          <a:xfrm flipH="1" flipV="1">
            <a:off x="5244029" y="4362680"/>
            <a:ext cx="2897436" cy="832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D0306A5-8DEC-8158-A434-C4E9DD525AA6}"/>
              </a:ext>
            </a:extLst>
          </p:cNvPr>
          <p:cNvCxnSpPr/>
          <p:nvPr/>
        </p:nvCxnSpPr>
        <p:spPr>
          <a:xfrm rot="10800000" flipV="1">
            <a:off x="5078777" y="4663768"/>
            <a:ext cx="5728771" cy="1946351"/>
          </a:xfrm>
          <a:prstGeom prst="bentConnector3">
            <a:avLst>
              <a:gd name="adj1" fmla="val -19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791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6750-2B05-4AE3-31DC-9507CEC7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Inversion of Correlation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FF4D-FFE5-371D-6265-BF806DE12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="1" dirty="0"/>
              <a:t>Matrix inversion lemma (MIL)</a:t>
            </a:r>
          </a:p>
          <a:p>
            <a:endParaRPr lang="da-DK" b="1" dirty="0"/>
          </a:p>
          <a:p>
            <a:r>
              <a:rPr lang="da-DK" dirty="0"/>
              <a:t>By choosing…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and invoking the MIL  on the recursive update equation, we get…</a:t>
            </a:r>
          </a:p>
          <a:p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353E7-CEF1-E0A3-2993-E8B2B1C548E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33" y="2286613"/>
            <a:ext cx="8942933" cy="407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1AAA4-EA0D-2527-F981-67D7667EE3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904" y="3414086"/>
            <a:ext cx="1676190" cy="13653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09AC1D-8134-C12C-CB8B-9D0D6A2C5F2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32" y="5486090"/>
            <a:ext cx="9019733" cy="5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9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811F-86D4-A8BD-F5AE-9A452DC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Simplifying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846C7-7317-D1A4-0C54-F9517C03C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By introducing the notation…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we may rewrite the recursive update of the inverse correlation matrix…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75A8C-2503-AC4C-BD3B-B0E2B928A6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33" y="2385764"/>
            <a:ext cx="4936533" cy="1425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06E109-46DB-108D-C7D2-FAFA9DB5AC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132" y="4976075"/>
            <a:ext cx="7515733" cy="151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5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64C8-FC39-7BD8-D3E4-77AAF1F5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Recursive Filter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3164D-487E-0D46-06D9-22667573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From here, we can develop the recursive filter update as…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where the </a:t>
            </a:r>
            <a:r>
              <a:rPr lang="da-DK" i="1" dirty="0"/>
              <a:t>a priori</a:t>
            </a:r>
            <a:r>
              <a:rPr lang="da-DK" dirty="0"/>
              <a:t> error is defined as…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0C7EAC-BD32-06A0-1BEE-F89E5B7B10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00" y="2418815"/>
            <a:ext cx="10265600" cy="2252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ACF511-DE25-B7A0-1AE1-6838A4BBBB3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400" y="5481504"/>
            <a:ext cx="4531200" cy="38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60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9DA7-4E80-1BA1-46C9-49A486E4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RLS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5CABF-2493-038D-9E0C-A4445870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Based on this, we can formulate the RLS algorithm: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Requires </a:t>
            </a:r>
            <a:r>
              <a:rPr lang="da-DK" i="1" dirty="0"/>
              <a:t>O</a:t>
            </a:r>
            <a:r>
              <a:rPr lang="da-DK" dirty="0"/>
              <a:t>(</a:t>
            </a:r>
            <a:r>
              <a:rPr lang="da-DK" i="1" dirty="0"/>
              <a:t>M</a:t>
            </a:r>
            <a:r>
              <a:rPr lang="da-DK" baseline="30000" dirty="0"/>
              <a:t>2</a:t>
            </a:r>
            <a:r>
              <a:rPr lang="da-DK" dirty="0"/>
              <a:t>) operations to run one iteration for </a:t>
            </a:r>
            <a:r>
              <a:rPr lang="da-DK" i="1" dirty="0"/>
              <a:t>M</a:t>
            </a:r>
            <a:r>
              <a:rPr lang="da-DK" dirty="0"/>
              <a:t>-tap FIR filter.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A038A-763E-0A2E-BC06-D40D4E090E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38" y="2377798"/>
            <a:ext cx="5475153" cy="303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75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00C99-2D04-E8BE-48B6-1E051B29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Initialization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0FE7E-B0AD-77A1-7393-431F12FAAE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b="1" dirty="0"/>
              <a:t>Biased</a:t>
            </a:r>
            <a:r>
              <a:rPr lang="da-DK" dirty="0"/>
              <a:t> (decreasing bias for large </a:t>
            </a:r>
            <a:r>
              <a:rPr lang="da-DK" i="1" dirty="0"/>
              <a:t>n</a:t>
            </a:r>
            <a:r>
              <a:rPr lang="da-DK" dirty="0"/>
              <a:t>):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7BFD8D-0DE7-94BD-B7D6-FAC58C274A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a-DK" b="1" dirty="0"/>
              <a:t>Unbiased</a:t>
            </a:r>
            <a:r>
              <a:rPr lang="da-DK" dirty="0"/>
              <a:t> (requires knowledge of future samples):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EDCE40-06B1-A395-757E-4ED3A4B283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028" y="3375008"/>
            <a:ext cx="4437943" cy="1252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EE95AA-637F-DEF3-D838-9388F6B8AD7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028" y="2957180"/>
            <a:ext cx="4501943" cy="20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0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EABC-B2A4-4F4B-2115-2EAC1AF2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Forgetting Factor vs. Window Length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82ACF-2BE2-85DD-57BF-E7EF124D8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forgetting factor can be interpreted as a window length: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For 0 &lt; </a:t>
            </a:r>
            <a:r>
              <a:rPr lang="el-GR" i="1" dirty="0"/>
              <a:t>λ</a:t>
            </a:r>
            <a:r>
              <a:rPr lang="da-DK" dirty="0"/>
              <a:t> &lt; 1, this leads to…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Thus, we have that…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D6497-7DB9-EFFF-1E05-F48C978ADF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824" y="2396781"/>
            <a:ext cx="7921340" cy="442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FDFCD0-D02A-FB6A-2669-5D00870B49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305" y="4038234"/>
            <a:ext cx="9757387" cy="4700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01A144-AD60-B807-D390-4794ECADF55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799" y="5458735"/>
            <a:ext cx="1606400" cy="4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47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8D4F-E7C2-6426-7F3B-5CD1CFC7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Steady-State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C0AD7-9FB6-54FD-651D-7BC299D55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It can be shown that…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D61FD-F85C-752F-3665-191B0645B71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229" y="2712298"/>
            <a:ext cx="6624000" cy="21561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D4363B-1EF3-D97B-5010-29FA09EB9485}"/>
              </a:ext>
            </a:extLst>
          </p:cNvPr>
          <p:cNvSpPr txBox="1"/>
          <p:nvPr/>
        </p:nvSpPr>
        <p:spPr>
          <a:xfrm>
            <a:off x="8411437" y="2820318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(EMSE)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7234E-9675-0BAA-C30C-2E938F0EF422}"/>
              </a:ext>
            </a:extLst>
          </p:cNvPr>
          <p:cNvSpPr txBox="1"/>
          <p:nvPr/>
        </p:nvSpPr>
        <p:spPr>
          <a:xfrm>
            <a:off x="8411436" y="3538770"/>
            <a:ext cx="181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(Misadjustment)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AF5E2-4517-4B79-64BE-7420434E91A8}"/>
              </a:ext>
            </a:extLst>
          </p:cNvPr>
          <p:cNvSpPr txBox="1"/>
          <p:nvPr/>
        </p:nvSpPr>
        <p:spPr>
          <a:xfrm>
            <a:off x="8411436" y="4298361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(MSD)</a:t>
            </a:r>
          </a:p>
        </p:txBody>
      </p:sp>
    </p:spTree>
    <p:extLst>
      <p:ext uri="{BB962C8B-B14F-4D97-AF65-F5344CB8AC3E}">
        <p14:creationId xmlns:p14="http://schemas.microsoft.com/office/powerpoint/2010/main" val="4067421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941B-714A-CDBE-1530-0EB19419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Computational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285FE-8D7C-2F82-0801-8F6E44C54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Breakdown of the </a:t>
            </a:r>
            <a:r>
              <a:rPr lang="da-DK" b="1" dirty="0"/>
              <a:t>computational cost</a:t>
            </a:r>
            <a:r>
              <a:rPr lang="da-DK" dirty="0"/>
              <a:t> of the RLS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5F5AF-0DF3-FA03-31EC-862C3A83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" y="2824163"/>
            <a:ext cx="110204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54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2BF3-61D2-827D-6AE1-B322DEE1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Basic Adaptive Filtering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2013D-EE4B-AC29-319F-E84E7A02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956" y="1825625"/>
            <a:ext cx="8328088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95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DEED-FAD5-6B24-9568-C001CDB0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Exercise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8B7FB-F8D4-B2C7-98A4-E4F21209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situation, where you are listening to music in an environment with background noise. Luckily you have placed a microphone, which is able to pickup the background noise. Your job is now to design a filter, which can remove a significant part of the background noise from the noisy music.</a:t>
            </a:r>
          </a:p>
          <a:p>
            <a:r>
              <a:rPr lang="en-US" dirty="0"/>
              <a:t>Implement and compare the performance of LMS, </a:t>
            </a:r>
            <a:r>
              <a:rPr lang="en-US" dirty="0" err="1"/>
              <a:t>normalised</a:t>
            </a:r>
            <a:r>
              <a:rPr lang="en-US" dirty="0"/>
              <a:t> LMS and RLS</a:t>
            </a:r>
          </a:p>
          <a:p>
            <a:r>
              <a:rPr lang="en-US" dirty="0"/>
              <a:t>To get inspiration you can look at the MATLAB file </a:t>
            </a:r>
            <a:r>
              <a:rPr lang="en-US" dirty="0" err="1"/>
              <a:t>Filters.m</a:t>
            </a:r>
            <a:r>
              <a:rPr lang="en-US" dirty="0"/>
              <a:t> which provides an example solution.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1685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D80F-89DC-A6A3-9CD3-645A0137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B107-EED0-4646-B3C9-6F527396B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Implement </a:t>
            </a:r>
            <a:r>
              <a:rPr lang="en-US" dirty="0"/>
              <a:t>an RLS algorithm for system identification of a stationary signal. Play around with forgetting factor and filter orders. To get inspiration you can look at the MATLAB file </a:t>
            </a:r>
            <a:r>
              <a:rPr lang="en-US" dirty="0" err="1"/>
              <a:t>sys_rd_rls.m</a:t>
            </a:r>
            <a:r>
              <a:rPr lang="en-US" dirty="0"/>
              <a:t> which provides an example solution.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5616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4,113"/>
  <p:tag name="ORIGINALWIDTH" val="2596,925"/>
  <p:tag name="OUTPUTTYPE" val="PNG"/>
  <p:tag name="IGUANATEXVERSION" val="161"/>
  <p:tag name="LATEXADDIN" val="\documentclass{article}&#10;\usepackage{amsmath}&#10;\pagestyle{empty}&#10;\begin{document}&#10;&#10;\begin{align}&#10;\mathbf{w}(n) &amp;= \begin{bmatrix}w_0(n)&amp;w_1(n)&amp;\cdots&amp;w_{M-1}(n)\end{bmatrix}^T\notag\\&#10;\mathbf{u}(n)&amp;=\begin{bmatrix}u(n)&amp;u(n-1)&amp;\cdots&amp;u(n-M+1)\end{bmatrix}^T\notag\\&#10;\mathbf{A}(n)&amp;=\begin{bmatrix}\mathbf{u}(1)&amp;\mathbf{u}(2)&amp;\cdots&amp;\mathbf{u}(n)\end{bmatrix}^T\notag\\&#10;\mathbf{d}(n)&amp;=\begin{bmatrix}d(1)&amp;d(2)&amp;\cdots&amp;d(n)\end{bmatrix}^T\notag\\&#10;\mathbf{e}(n)&amp;=\begin{bmatrix}e(1)&amp;e(2)&amp;\cdots&amp;e(n)\end{bmatrix}^T\notag&#10;\end{align}&#10;&#10;&#10;\end{document}"/>
  <p:tag name="IGUANATEXSIZE" val="24"/>
  <p:tag name="IGUANATEXCURSOR" val="37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1347,582"/>
  <p:tag name="OUTPUTTYPE" val="PNG"/>
  <p:tag name="IGUANATEXVERSION" val="161"/>
  <p:tag name="LATEXADDIN" val="\documentclass{article}&#10;\usepackage{amsmath}&#10;\pagestyle{empty}&#10;\begin{document}&#10;&#10;$\mathbf{e}(n)=\mathbf{d}(n)-\mathbf{A}(n)\mathbf{w}(n)$&#10;&#10;&#10;\end{document}"/>
  <p:tag name="IGUANATEXSIZE" val="28"/>
  <p:tag name="IGUANATEXCURSOR" val="13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,4567"/>
  <p:tag name="ORIGINALWIDTH" val="3826,772"/>
  <p:tag name="OUTPUTTYPE" val="PNG"/>
  <p:tag name="IGUANATEXVERSION" val="161"/>
  <p:tag name="LATEXADDIN" val="\documentclass{article}&#10;\usepackage{amsmath}&#10;\pagestyle{empty}&#10;\begin{document}&#10;&#10;\begin{align}&#10;J_2(\mathbf{w}(n))&amp;=\mathbf{e}^T(n)\mathbf{e}(n)=(\mathbf{d}(n)-\mathbf{A}(n)\mathbf{w}(n))^T(\mathbf{d}(n)-\mathbf{A}(n)\mathbf{w}(n))\notag\\&#10;&amp;=\mathbf{d}^T(n)\mathbf{d}(n)+\mathbf{w}^T(n)\mathbf{A}^T(n)\mathbf{A}(n)\mathbf{w}(n)-2\mathbf{w}^T(n)\mathbf{A}^T(n)\mathbf{d}(n)\notag&#10;\end{align}&#10;&#10;&#10;\end{document}"/>
  <p:tag name="IGUANATEXSIZE" val="28"/>
  <p:tag name="IGUANATEXCURSOR" val="37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1959,505"/>
  <p:tag name="OUTPUTTYPE" val="PNG"/>
  <p:tag name="IGUANATEXVERSION" val="161"/>
  <p:tag name="LATEXADDIN" val="\documentclass{article}&#10;\usepackage{amsmath}&#10;\pagestyle{empty}&#10;\begin{document}&#10;&#10;$\mathbf{w}_o(n)=(\mathbf{A}^T(n)\mathbf{A}(n))^{-1}\mathbf{A}^T(n)\mathbf{d}(n)$&#10;&#10;&#10;\end{document}"/>
  <p:tag name="IGUANATEXSIZE" val="28"/>
  <p:tag name="IGUANATEXCURSOR" val="16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1,7323"/>
  <p:tag name="ORIGINALWIDTH" val="2568,429"/>
  <p:tag name="OUTPUTTYPE" val="PNG"/>
  <p:tag name="IGUANATEXVERSION" val="161"/>
  <p:tag name="LATEXADDIN" val="\documentclass{article}&#10;\usepackage{amsmath}&#10;\pagestyle{empty}&#10;\begin{document}&#10;&#10;$J_\beta(\mathbf{w}(n))=\sum_{i=1}^n\beta(n,i)e^2(i)=\mathbf{e}^T(n)\mathbf{B}(n)\mathbf{e}(n)$&#10;&#10;&#10;\end{document}"/>
  <p:tag name="IGUANATEXSIZE" val="28"/>
  <p:tag name="IGUANATEXCURSOR" val="12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1,916"/>
  <p:tag name="ORIGINALWIDTH" val="2210,724"/>
  <p:tag name="OUTPUTTYPE" val="PNG"/>
  <p:tag name="IGUANATEXVERSION" val="161"/>
  <p:tag name="LATEXADDIN" val="\documentclass{article}&#10;\usepackage{amsmath}&#10;\pagestyle{empty}&#10;\begin{document}&#10;&#10;$\mathbf{B}(n)=\begin{bmatrix}&#10;\beta(n,1)&amp;0&amp;\cdots&amp;0\\&#10;0&amp; \beta(n,2)&amp;\cdots&amp;0\\&#10;\vdots&amp;\vdots&amp;\ddots&amp;\vdots\\&#10;0&amp;0&amp;\cdots&amp;\beta(n,n)&#10;\end{bmatrix}$&#10;&#10;&#10;\end{document}"/>
  <p:tag name="IGUANATEXSIZE" val="28"/>
  <p:tag name="IGUANATEXCURSOR" val="18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,4567"/>
  <p:tag name="ORIGINALWIDTH" val="3942,257"/>
  <p:tag name="OUTPUTTYPE" val="PNG"/>
  <p:tag name="IGUANATEXVERSION" val="161"/>
  <p:tag name="LATEXADDIN" val="\documentclass{article}&#10;\usepackage{amsmath}&#10;\pagestyle{empty}&#10;\begin{document}&#10;&#10;\begin{align}&#10;J_\beta(\mathbf{w}(n)) &amp;= \mathbf{e}^T(n)\mathbf{B}(n)\mathbf{e}(n)=(\mathbf{d}-\mathbf{A}(n)\mathbf{w}(n))^T\mathbf{B}(n)(\mathbf{d}(n)-\mathbf{A}(n)\mathbf{w}(n))\notag\\&#10;&amp;=\mathbf{d}^T(n)\mathbf{B}(n)\mathbf{d}(n)+\mathbf{w}^T(n)\boldsymbol{\Phi}(n)\mathbf{w}(n)-2\mathbf{w}^T(n)\boldsymbol{\varphi}(n)\notag&#10;\end{align}&#10;&#10;&#10;\end{document}"/>
  <p:tag name="IGUANATEXSIZE" val="24"/>
  <p:tag name="IGUANATEXCURSOR" val="39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6,4567"/>
  <p:tag name="ORIGINALWIDTH" val="1333,333"/>
  <p:tag name="OUTPUTTYPE" val="PNG"/>
  <p:tag name="IGUANATEXVERSION" val="161"/>
  <p:tag name="LATEXADDIN" val="\documentclass{article}&#10;\usepackage{amsmath}&#10;\pagestyle{empty}&#10;\begin{document}&#10;&#10;\begin{align}&#10;\boldsymbol{\Phi}(n) &amp;= \mathbf{A}^T(n)\mathbf{B}(n)\mathbf{A}(n)\notag\\&#10;\boldsymbol{\varphi}(n) &amp;= \mathbf{A}^T(n)\mathbf{B}(n)\mathbf{d}(n)\notag&#10;\end{align}&#10;&#10;&#10;\end{document}"/>
  <p:tag name="IGUANATEXSIZE" val="24"/>
  <p:tag name="IGUANATEXCURSOR" val="24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255,718"/>
  <p:tag name="OUTPUTTYPE" val="PNG"/>
  <p:tag name="IGUANATEXVERSION" val="161"/>
  <p:tag name="LATEXADDIN" val="\documentclass{article}&#10;\usepackage{amsmath}&#10;\pagestyle{empty}&#10;\begin{document}&#10;&#10;$\boldsymbol{\Phi}(n)$&#10;&#10;&#10;\end{document}"/>
  <p:tag name="IGUANATEXSIZE" val="28"/>
  <p:tag name="IGUANATEXCURSOR" val="10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246,7191"/>
  <p:tag name="OUTPUTTYPE" val="PNG"/>
  <p:tag name="IGUANATEXVERSION" val="161"/>
  <p:tag name="LATEXADDIN" val="\documentclass{article}&#10;\usepackage{amsmath}&#10;\pagestyle{empty}&#10;\begin{document}&#10;&#10;$\boldsymbol{\varphi}(n)$&#10;&#10;&#10;\end{document}"/>
  <p:tag name="IGUANATEXSIZE" val="28"/>
  <p:tag name="IGUANATEXCURSOR" val="10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,2258"/>
  <p:tag name="ORIGINALWIDTH" val="4092,239"/>
  <p:tag name="OUTPUTTYPE" val="PNG"/>
  <p:tag name="IGUANATEXVERSION" val="161"/>
  <p:tag name="LATEXADDIN" val="\documentclass{article}&#10;\usepackage{amsmath}&#10;\pagestyle{empty}&#10;\begin{document}&#10;&#10;$\mathbf{g}(\mathbf{w}(n))=\frac{\partial J_\beta(\mathbf{w}(n))}{\partial\mathbf{w}(n)}=(\boldsymbol{\Phi}(n)+\boldsymbol{\Phi}^T(n))\mathbf{w}(n)- 2\boldsymbol{\varphi}(n)=2\boldsymbol{\Phi}(n)\mathbf{w}(n)-2\boldsymbol{\varphi}(n)$&#10;&#10;&#10;\end{document}"/>
  <p:tag name="IGUANATEXSIZE" val="24"/>
  <p:tag name="IGUANATEXCURSOR" val="16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5,9355"/>
  <p:tag name="ORIGINALWIDTH" val="1791,526"/>
  <p:tag name="OUTPUTTYPE" val="PNG"/>
  <p:tag name="IGUANATEXVERSION" val="161"/>
  <p:tag name="LATEXADDIN" val="\documentclass{article}&#10;\usepackage{amsmath}&#10;\pagestyle{empty}&#10;\begin{document}&#10;&#10;&#10;\begin{align}&#10;\mathbf{g}(\mathbf{w}(n))&amp;=2\boldsymbol{\Phi}(n)\mathbf{w}(n)-2\boldsymbol{\varphi}(n)\notag\\&#10;\boldsymbol{\Phi}(n)\mathbf{w}(n)&amp;=\boldsymbol{\varphi}(n)\notag\\&#10;\mathbf{w}(n)&amp;=\boldsymbol{\Phi}^{-1}(n)\boldsymbol{\varphi}(n)\notag&#10;\end{align}&#10;&#10;\end{document}"/>
  <p:tag name="IGUANATEXSIZE" val="28"/>
  <p:tag name="IGUANATEXCURSOR" val="32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972,6284"/>
  <p:tag name="OUTPUTTYPE" val="PNG"/>
  <p:tag name="IGUANATEXVERSION" val="161"/>
  <p:tag name="LATEXADDIN" val="\documentclass{article}&#10;\usepackage{amsmath}&#10;\pagestyle{empty}&#10;\begin{document}&#10;&#10;$\mathbf{H}(\mathbf{w}(n))=2\boldsymbol{\Phi}(n)$&#10;&#10;&#10;\end{document}"/>
  <p:tag name="IGUANATEXSIZE" val="28"/>
  <p:tag name="IGUANATEXCURSOR" val="12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,9839"/>
  <p:tag name="ORIGINALWIDTH" val="490,4387"/>
  <p:tag name="OUTPUTTYPE" val="PNG"/>
  <p:tag name="IGUANATEXVERSION" val="161"/>
  <p:tag name="LATEXADDIN" val="\documentclass{article}&#10;\usepackage{amsmath}&#10;\pagestyle{empty}&#10;\begin{document}&#10;&#10;&#10;$J_\beta(\mathbf{w}(n))$&#10;&#10;\end{document}"/>
  <p:tag name="IGUANATEXSIZE" val="24"/>
  <p:tag name="IGUANATEXCURSOR" val="10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2321"/>
  <p:tag name="ORIGINALWIDTH" val="1154,856"/>
  <p:tag name="OUTPUTTYPE" val="PNG"/>
  <p:tag name="IGUANATEXVERSION" val="161"/>
  <p:tag name="LATEXADDIN" val="\documentclass{article}&#10;\usepackage{amsmath}&#10;\pagestyle{empty}&#10;\begin{document}&#10;&#10;&#10;$\mathbf{w}_o(n)=\boldsymbol{\Phi}^{-1}(n)\boldsymbol{\varphi}(n)$&#10;&#10;\end{document}"/>
  <p:tag name="IGUANATEXSIZE" val="24"/>
  <p:tag name="IGUANATEXCURSOR" val="14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5,9055"/>
  <p:tag name="ORIGINALWIDTH" val="4173,229"/>
  <p:tag name="OUTPUTTYPE" val="PNG"/>
  <p:tag name="IGUANATEXVERSION" val="161"/>
  <p:tag name="LATEXADDIN" val="\documentclass{article}&#10;\usepackage{amsmath}&#10;\pagestyle{empty}&#10;\begin{document}&#10;&#10;&#10;\begin{align}&#10;\hat{\mathbf{R}}_u(n) &amp;= c(n,\beta)\boldsymbol{\Phi}(n) = c(n,\beta)\mathbf{A}^T(n)\mathbf{B}(n)\mathbf{A}(n)=c(n,\beta)\sum_{i=1}^n\beta(n,i)\mathbf{u}(i)\mathbf{u}^T(i)\notag\\&#10;\hat{\mathbf{r}}_{ud}(n)&amp;=c(n,\beta)\boldsymbol{\varphi}(n)=c(n,\beta)\mathbf{A}^T(n)\mathbf{B}(n)\mathbf{d}(n)=c(n,\beta)\sum_{i=1}^n\beta(n,i)\mathbf{u}(i)d(i)\notag&#10;\end{align}&#10;&#10;\end{document}"/>
  <p:tag name="IGUANATEXSIZE" val="24"/>
  <p:tag name="IGUANATEXCURSOR" val="44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306,337"/>
  <p:tag name="OUTPUTTYPE" val="PNG"/>
  <p:tag name="IGUANATEXVERSION" val="161"/>
  <p:tag name="LATEXADDIN" val="\documentclass{article}&#10;\usepackage{amsmath}&#10;\pagestyle{empty}&#10;\begin{document}&#10;&#10;$\beta(n,i) = \begin{cases}1\quad 0&lt;i\leq n\\0\quad \mathrm{otherwise}\end{cases}$&#10;&#10;&#10;\end{document}"/>
  <p:tag name="IGUANATEXSIZE" val="28"/>
  <p:tag name="IGUANATEXCURSOR" val="16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596,1754"/>
  <p:tag name="OUTPUTTYPE" val="PNG"/>
  <p:tag name="IGUANATEXVERSION" val="161"/>
  <p:tag name="LATEXADDIN" val="\documentclass{article}&#10;\usepackage{amsmath}&#10;\pagestyle{empty}&#10;\begin{document}&#10;&#10;$c(n,\beta)=\frac{1}{n}$&#10;&#10;&#10;\end{document}"/>
  <p:tag name="IGUANATEXSIZE" val="28"/>
  <p:tag name="IGUANATEXCURSOR" val="10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554,556"/>
  <p:tag name="OUTPUTTYPE" val="PNG"/>
  <p:tag name="IGUANATEXVERSION" val="161"/>
  <p:tag name="LATEXADDIN" val="\documentclass{article}&#10;\usepackage{amsmath}&#10;\pagestyle{empty}&#10;\begin{document}&#10;&#10;$\beta(n,i)=\begin{cases}1\quad n-L&lt;i\leq n\\0\quad\mathrm{otherwise}\end{cases}$&#10;&#10;&#10;\end{document}"/>
  <p:tag name="IGUANATEXSIZE" val="28"/>
  <p:tag name="IGUANATEXCURSOR" val="15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,9813"/>
  <p:tag name="ORIGINALWIDTH" val="602,9246"/>
  <p:tag name="OUTPUTTYPE" val="PNG"/>
  <p:tag name="IGUANATEXVERSION" val="161"/>
  <p:tag name="LATEXADDIN" val="\documentclass{article}&#10;\usepackage{amsmath}&#10;\pagestyle{empty}&#10;\begin{document}&#10;&#10;$c(n,\beta)=\frac{1}{L}$&#10;&#10;&#10;\end{document}"/>
  <p:tag name="IGUANATEXSIZE" val="28"/>
  <p:tag name="IGUANATEXCURSOR" val="10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496,063"/>
  <p:tag name="OUTPUTTYPE" val="PNG"/>
  <p:tag name="IGUANATEXVERSION" val="161"/>
  <p:tag name="LATEXADDIN" val="\documentclass{article}&#10;\usepackage{amsmath}&#10;\pagestyle{empty}&#10;\begin{document}&#10;&#10;$\beta(n,i)=\begin{cases}\lambda^{n-i}\quad 0&lt;i\leq n\\0\quad\mathrm{otherwise}\end{cases}$&#10;&#10;&#10;\end{document}"/>
  <p:tag name="IGUANATEXSIZE" val="28"/>
  <p:tag name="IGUANATEXCURSOR" val="17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1541,057"/>
  <p:tag name="OUTPUTTYPE" val="PNG"/>
  <p:tag name="IGUANATEXVERSION" val="161"/>
  <p:tag name="LATEXADDIN" val="\documentclass{article}&#10;\usepackage{amsmath}&#10;\pagestyle{empty}&#10;\begin{document}&#10;&#10;$c(n,\beta)=\begin{cases}\frac{1-\lambda}{1-\lambda^n}\quad 0&lt;\lambda&lt;1\\\frac{1}{n}\quad\lambda=1\end{cases}$&#10;&#10;&#10;\end{document}"/>
  <p:tag name="IGUANATEXSIZE" val="24"/>
  <p:tag name="IGUANATEXCURSOR" val="17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3,7346"/>
  <p:tag name="ORIGINALWIDTH" val="962,8796"/>
  <p:tag name="OUTPUTTYPE" val="PNG"/>
  <p:tag name="IGUANATEXVERSION" val="161"/>
  <p:tag name="LATEXADDIN" val="\documentclass{article}&#10;\usepackage{amsmath}&#10;\pagestyle{empty}&#10;\begin{document}&#10;&#10;&#10;$\boldsymbol{\Phi}(n)\mathbf{w}(n)=\boldsymbol{\varphi}(n)$&#10;&#10;\end{document}"/>
  <p:tag name="IGUANATEXSIZE" val="28"/>
  <p:tag name="IGUANATEXCURSOR" val="14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2321"/>
  <p:tag name="ORIGINALWIDTH" val="1101,612"/>
  <p:tag name="OUTPUTTYPE" val="PNG"/>
  <p:tag name="IGUANATEXVERSION" val="161"/>
  <p:tag name="LATEXADDIN" val="\documentclass{article}&#10;\usepackage{amsmath}&#10;\pagestyle{empty}&#10;\begin{document}&#10;&#10;&#10;$\mathbf{w}(n)=\boldsymbol{\Phi}^{-1}(n)\boldsymbol{\varphi}(n)$&#10;&#10;\end{document}"/>
  <p:tag name="IGUANATEXSIZE" val="28"/>
  <p:tag name="IGUANATEXCURSOR" val="11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370,4537"/>
  <p:tag name="OUTPUTTYPE" val="PNG"/>
  <p:tag name="IGUANATEXVERSION" val="161"/>
  <p:tag name="LATEXADDIN" val="\documentclass{article}&#10;\usepackage{amsmath}&#10;\pagestyle{empty}&#10;\begin{document}&#10;&#10;&#10;$\mathcal{O}(M^3)$&#10;&#10;\end{document}"/>
  <p:tag name="IGUANATEXSIZE" val="24"/>
  <p:tag name="IGUANATEXCURSOR" val="9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7,8777"/>
  <p:tag name="ORIGINALWIDTH" val="4362,205"/>
  <p:tag name="OUTPUTTYPE" val="PNG"/>
  <p:tag name="IGUANATEXVERSION" val="161"/>
  <p:tag name="LATEXADDIN" val="\documentclass{article}&#10;\usepackage{amsmath}&#10;\pagestyle{empty}&#10;\begin{document}&#10;&#10;\begin{align}&#10;\boldsymbol{\Phi}(n)&amp;=\mathbf{A}^T(n)\mathbf{B}(n)\mathbf{A}(n)=\sum^n_{i=1}\lambda^{n-i}\mathbf{u}(i)\mathbf{u}^T(i)\notag\\&#10;&amp;=\lambda^0\mathbf{u}(n)\mathbf{u}^T(n)+\sum^{n-1}_{i=1}\lambda^{n-i}\mathbf{u}(i)\mathbf{u}^T(i)=\mathbf{u}(n)\mathbf{u}^T(n)+\lambda\sum^{n-1}_{i=1}\lambda^{n-1-i}\mathbf{u}(i)\mathbf{u}^T(i)\notag\\&#10;&amp;=\mathbf{u}(n)\mathbf{u}^T(n)+\lambda\boldsymbol{\Phi}(n-1)\notag &#10;\end{align}&#10;&#10;&#10;\end{document}"/>
  <p:tag name="IGUANATEXSIZE" val="20"/>
  <p:tag name="IGUANATEXCURSOR" val="4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71,8785"/>
  <p:tag name="ORIGINALWIDTH" val="3980,502"/>
  <p:tag name="OUTPUTTYPE" val="PNG"/>
  <p:tag name="IGUANATEXVERSION" val="161"/>
  <p:tag name="LATEXADDIN" val="\documentclass{article}&#10;\usepackage{amsmath}&#10;\pagestyle{empty}&#10;\begin{document}&#10;&#10;\begin{align}&#10;\boldsymbol{\varphi}(n)&amp;=\mathbf{A}^T(n)\mathbf{B}(n)\mathbf{d}(n)=\sum^n_{i=1}\lambda^{n-i}\mathbf{u}(i)d(i)\notag\\&#10;&amp;=\lambda^0\mathbf{u}(n)d(n)+\sum^{n-1}_{i=1}\lambda^{n-i}\mathbf{u}(i)d(i)=\mathbf{u}(n)d(n)+\lambda\sum^{n-1}_{i=1}\lambda^{n-1-i}\mathbf{u}(i)d(i)\notag\\&#10;&amp;=\mathbf{u}(n)d(n)+\lambda\boldsymbol{\varphi}(n-1)\notag &#10;\end{align}&#10;&#10;&#10;\end{document}"/>
  <p:tag name="IGUANATEXSIZE" val="20"/>
  <p:tag name="IGUANATEXCURSOR" val="41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3,2321"/>
  <p:tag name="ORIGINALWIDTH" val="3143,607"/>
  <p:tag name="OUTPUTTYPE" val="PNG"/>
  <p:tag name="IGUANATEXVERSION" val="161"/>
  <p:tag name="LATEXADDIN" val="\documentclass{article}&#10;\usepackage{amsmath}&#10;\pagestyle{empty}&#10;\begin{document}&#10;&#10;$&#10;(\mathbf{X} + \mathbf{UYV})^{-1}=\mathbf{X}^{-1}-\mathbf{X}^{-1}\mathbf{U}(\mathbf{Y}^{-1}+\mathbf{VX}^{-1}\mathbf{U})^{-1}\mathbf{VX}^{-1}&#10;$&#10;&#10;\end{document}"/>
  <p:tag name="IGUANATEXSIZE" val="28"/>
  <p:tag name="IGUANATEXCURSOR" val="22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71,916"/>
  <p:tag name="ORIGINALWIDTH" val="824,8969"/>
  <p:tag name="OUTPUTTYPE" val="PNG"/>
  <p:tag name="IGUANATEXVERSION" val="161"/>
  <p:tag name="LATEXADDIN" val="\documentclass{article}&#10;\usepackage{amsmath}&#10;\pagestyle{empty}&#10;\begin{document}&#10;&#10;\begin{align}&#10;\mathbf{X}&amp;=\lambda\boldsymbol{\Phi}(n-1)\notag\\&#10;\mathbf{U}&amp;=\mathbf{u}(n)\notag\\&#10;\mathbf{V}&amp;=\mathbf{u}^T(n)\notag\\&#10;\mathbf{Y}&amp;=1\notag&#10;\end{align}&#10;&#10;&#10;\end{document}"/>
  <p:tag name="IGUANATEXSIZE" val="20"/>
  <p:tag name="IGUANATEXCURSOR" val="23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9,2239"/>
  <p:tag name="ORIGINALWIDTH" val="3170,604"/>
  <p:tag name="OUTPUTTYPE" val="PNG"/>
  <p:tag name="IGUANATEXVERSION" val="161"/>
  <p:tag name="LATEXADDIN" val="\documentclass{article}&#10;\usepackage{amsmath}&#10;\pagestyle{empty}&#10;\begin{document}&#10;&#10;$&#10;\boldsymbol{\Phi}^{-1}(n)=\lambda^{-1}\boldsymbol{\Phi}^{-1}(n-1)-\lambda^{-2}\frac{\boldsymbol{\Phi}^{-1}(n-1)\mathbf{u}(n)\mathbf{u}^T(n)\boldsymbol{\Phi}^{-1}(n-1)}{1+\lambda^{-1}\mathbf{u}^T(n)\boldsymbol{\Phi}^{-1}(n-1)\mathbf{u}(n)}&#10;$&#10;&#10;&#10;\end{document}"/>
  <p:tag name="IGUANATEXSIZE" val="28"/>
  <p:tag name="IGUANATEXCURSOR" val="32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0,9374"/>
  <p:tag name="ORIGINALWIDTH" val="1735,283"/>
  <p:tag name="OUTPUTTYPE" val="PNG"/>
  <p:tag name="IGUANATEXVERSION" val="161"/>
  <p:tag name="LATEXADDIN" val="\documentclass{article}&#10;\usepackage{amsmath}&#10;\pagestyle{empty}&#10;\begin{document}&#10;&#10;\begin{align}&#10;\mathbf{P}(n)&amp;=\boldsymbol{\Phi}^{-1}(n)\notag\\&#10;\mathbf{k}(n)&amp;=\frac{\mathbf{P}(n-1)\mathbf{u}(n)}{\lambda+\mathbf{u}^T(n)\mathbf{P}(n-1)\mathbf{u}(n)}\notag&#10;\end{align}&#10;&#10;&#10;\end{document}"/>
  <p:tag name="IGUANATEXSIZE" val="28"/>
  <p:tag name="IGUANATEXCURSOR" val="24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3,1833"/>
  <p:tag name="ORIGINALWIDTH" val="2641,92"/>
  <p:tag name="OUTPUTTYPE" val="PNG"/>
  <p:tag name="IGUANATEXVERSION" val="161"/>
  <p:tag name="LATEXADDIN" val="\documentclass{article}&#10;\usepackage{amsmath}&#10;\pagestyle{empty}&#10;\begin{document}&#10;&#10;\begin{align}&#10;\mathbf{P}(n)&amp;=\lambda^{-1}[\mathbf{P}(n-1)-\mathbf{k}(n)\mathbf{u}^T(n)\mathbf{P}(n-1)]\notag\\&#10;k(n)&amp;=\lambda^{-1}[\mathbf{P}(n-1)-\mathbf{k}(n)\mathbf{u}^T(n)\mathbf{P}(n-1)]\mathbf{u}(n)\notag\\&#10;&amp;=\mathbf{P}(n)\mathbf{u}(n)\notag&#10;\end{align}&#10;&#10;&#10;\end{document}"/>
  <p:tag name="IGUANATEXSIZE" val="28"/>
  <p:tag name="IGUANATEXCURSOR" val="32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3,8845"/>
  <p:tag name="ORIGINALWIDTH" val="4209,974"/>
  <p:tag name="OUTPUTTYPE" val="PNG"/>
  <p:tag name="IGUANATEXVERSION" val="161"/>
  <p:tag name="LATEXADDIN" val="\documentclass{article}&#10;\usepackage{amsmath}&#10;\pagestyle{empty}&#10;\begin{document}&#10;&#10;\begin{align}&#10;\mathbf{w}(n)&amp;=\mathbf{P}(n)\boldsymbol{\varphi}(n)\notag\\&#10;&amp;=\mathbf{P}(n)[\mathbf{u}(n)d(n)+\lambda\boldsymbol{\varphi}(n-1)]=\lambda\mathbf{P}(n)\mathbf{P}^{-1}(n-1)\mathbf{w}(n-1)+\mathbf{k}(n)d(n)\notag\\&#10;&amp;=[P(n-1)-\mathbf{k}(n)\mathbf{u}^T(n)\mathbf{P}(n-1)]\mathbf{P}^{-1}(n-1)\mathbf{w}(n-1)+\mathbf{k}(n)d(n)\notag\\&#10;&amp;=\mathbf{w}(n-1)-\mathbf{k}(n)\mathbf{u}^T(n)\mathbf{w}(n-1)+\mathbf{k}(n)d(n)\notag\\&#10;&amp;=\mathbf{w}(n-1)+\mathbf{k}(n)\xi(n)\notag&#10;\end{align}&#10;&#10;\end{document}"/>
  <p:tag name="IGUANATEXSIZE" val="24"/>
  <p:tag name="IGUANATEXCURSOR" val="1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4,2332"/>
  <p:tag name="ORIGINALWIDTH" val="1592,801"/>
  <p:tag name="OUTPUTTYPE" val="PNG"/>
  <p:tag name="IGUANATEXVERSION" val="161"/>
  <p:tag name="LATEXADDIN" val="\documentclass{article}&#10;\usepackage{amsmath}&#10;\pagestyle{empty}&#10;\begin{document}&#10;&#10;&#10;$\xi(n)=d(n)-\mathbf{u}^T(n)\mathbf{w}(n-1)$&#10;&#10;\end{document}"/>
  <p:tag name="IGUANATEXSIZE" val="28"/>
  <p:tag name="IGUANATEXCURSOR" val="12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5,617"/>
  <p:tag name="ORIGINALWIDTH" val="1924,26"/>
  <p:tag name="OUTPUTTYPE" val="PNG"/>
  <p:tag name="IGUANATEXVERSION" val="161"/>
  <p:tag name="LATEXADDIN" val="\documentclass{article}&#10;\usepackage{amsmath}&#10;\pagestyle{empty}&#10;\begin{document}&#10;&#10;\begin{align}&#10;\boldsymbol{\pi}(n)&amp;=\mathbf{P}(n-1)\mathbf{u}\notag\\&#10;\mathbf{k}(n)&amp;=\frac{\boldsymbol{\pi}(n)}{\lambda+\mathbf{u}^T(n)\boldsymbol{\pi}(n)}\notag\\&#10;\xi(n)&amp;=d(n)-\mathbf{u}^T(n)\mathbf{w}(n-1)\notag\\&#10;\mathbf{w}(n)&amp;=\mathbf{w}(n-1)+\mathbf{k}(n)\xi(n)\notag\\&#10;\mathbf{P}(n)&amp;=\lambda^{-1}[\mathbf{P}(n-1)-\mathbf{k}(n)\boldsymbol{\pi}^T(n)]\notag&#10;\end{align}&#10;&#10;&#10;\end{document}"/>
  <p:tag name="IGUANATEXSIZE" val="28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13,6857"/>
  <p:tag name="ORIGINALWIDTH" val="1820,022"/>
  <p:tag name="OUTPUTTYPE" val="PNG"/>
  <p:tag name="IGUANATEXVERSION" val="161"/>
  <p:tag name="LATEXADDIN" val="\documentclass{article}&#10;\usepackage{amsmath}&#10;\pagestyle{empty}&#10;\begin{document}&#10;&#10;\begin{align}&#10;\mathbf{P}(0)&amp;=\delta^{-1}\mathbf{I}\notag\\&#10;\mathbf{w}(0)&amp;=\mathbf{0}\notag\\&#10;u(n)&amp;=0, \quad \mathrm{for}\ -M+1&lt;n&lt;1\notag&#10;\end{align}&#10;&#10;&#10;\end{document}"/>
  <p:tag name="IGUANATEXSIZE" val="24"/>
  <p:tag name="IGUANATEXCURSOR" val="17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6,3929"/>
  <p:tag name="ORIGINALWIDTH" val="1846,269"/>
  <p:tag name="OUTPUTTYPE" val="PNG"/>
  <p:tag name="IGUANATEXVERSION" val="161"/>
  <p:tag name="LATEXADDIN" val="\documentclass{article}&#10;\usepackage{amsmath}&#10;\pagestyle{empty}&#10;\begin{document}&#10;&#10;&#10;\begin{align}&#10;\mathbf{P}(0)&amp;=\left[\sum_{i=-M+1}^0\lambda^{-1}\mathbf{u}(i)\mathbf{u}^T(i)\right]^{-1}\notag\\&#10;\boldsymbol{\varphi}(0)&amp;=\sum_{i=-M+1}^0\lambda^{-i}\mathbf{u}(i)\mathbf{d}(i)\notag&#10;\end{align}&#10;&#10;\end{document}"/>
  <p:tag name="IGUANATEXSIZE" val="24"/>
  <p:tag name="IGUANATEXCURSOR" val="27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,7308"/>
  <p:tag name="ORIGINALWIDTH" val="2782,902"/>
  <p:tag name="OUTPUTTYPE" val="PNG"/>
  <p:tag name="IGUANATEXVERSION" val="161"/>
  <p:tag name="LATEXADDIN" val="\documentclass{article}&#10;\usepackage{amsmath}&#10;\pagestyle{empty}&#10;\begin{document}&#10;&#10;$&#10;\lim_{n\rightarrow\infty}\sum_{i=1}^n\lambda^{n-i}=\lim_{n\rightarrow\infty}\sum_{i=n-L_\mathrm{eff}+1}^n1=L_\mathrm{eff}&#10;$&#10;&#10;&#10;\end{document}"/>
  <p:tag name="IGUANATEXSIZE" val="28"/>
  <p:tag name="IGUANATEXCURSOR" val="108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4,2294"/>
  <p:tag name="ORIGINALWIDTH" val="3421,822"/>
  <p:tag name="OUTPUTTYPE" val="PNG"/>
  <p:tag name="IGUANATEXVERSION" val="161"/>
  <p:tag name="LATEXADDIN" val="\documentclass{article}&#10;\usepackage{amsmath}&#10;\pagestyle{empty}&#10;\begin{document}&#10;&#10;$&#10;\lim_{n\rightarrow\infty}\sum_{i=1}^{n}\lambda^{n-1}=\lim_{n\rightarrow\infty}\sum_{k=0}^{n-1}\lambda^k=\lim_{n\rightarrow\infty}\frac{1-\lambda^n}{1-\lambda}=\frac{1}{1-\lambda}&#10;$&#10;&#10;\end{document}"/>
  <p:tag name="IGUANATEXSIZE" val="28"/>
  <p:tag name="IGUANATEXCURSOR" val="121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0,7312"/>
  <p:tag name="ORIGINALWIDTH" val="564,6794"/>
  <p:tag name="OUTPUTTYPE" val="PNG"/>
  <p:tag name="IGUANATEXVERSION" val="161"/>
  <p:tag name="LATEXADDIN" val="\documentclass{article}&#10;\usepackage{amsmath}&#10;\pagestyle{empty}&#10;\begin{document}&#10;&#10;&#10;$&#10;L_\mathrm{eff}=\frac{1}{1-\lambda}&#10;$&#10;&#10;\end{document}"/>
  <p:tag name="IGUANATEXSIZE" val="28"/>
  <p:tag name="IGUANATEXCURSOR" val="117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1,117"/>
  <p:tag name="ORIGINALWIDTH" val="3259,843"/>
  <p:tag name="OUTPUTTYPE" val="PNG"/>
  <p:tag name="IGUANATEXVERSION" val="161"/>
  <p:tag name="LATEXADDIN" val="\documentclass{article}&#10;\usepackage{amsmath}&#10;\pagestyle{empty}&#10;\begin{document}&#10;&#10;\begin{align}&#10;J_\mathrm{ex}&amp;=J_2(\mathbf{w}(\infty))-J_\mathrm{min}\approx J_\mathrm{min}\frac{(1-\lambda)M}{1+\lambda-(1-\lambda)M}\notag\\&#10;\mathcal{M}&amp;=\frac{J_\mathrm{ex}}{J_\mathrm{min}}\approx\frac{(1-\lambda)M}{1+\lambda-(1-\lambda)M}\notag\\&#10;E[\|\Delta\mathbf{w}(\infty)\|^2]&amp;\approx J_\mathrm{ex}\sum_{m=1}^M\frac{1}{\lambda_m}\notag&#10;\end{align}&#10;&#10;&#10;\end{document}"/>
  <p:tag name="IGUANATEXSIZE" val="20"/>
  <p:tag name="IGUANATEXCURSOR" val="42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841</Words>
  <Application>Microsoft Office PowerPoint</Application>
  <PresentationFormat>Widescreen</PresentationFormat>
  <Paragraphs>155</Paragraphs>
  <Slides>24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Wingdings</vt:lpstr>
      <vt:lpstr>Office Theme</vt:lpstr>
      <vt:lpstr>Recursive Least Squares Adaptive Filters</vt:lpstr>
      <vt:lpstr>Adaptive filtering – Least Squares Solution</vt:lpstr>
      <vt:lpstr>Adaptive filtering – Least Squares Solution</vt:lpstr>
      <vt:lpstr>Weighted Least Squares</vt:lpstr>
      <vt:lpstr>Filter design – step 1</vt:lpstr>
      <vt:lpstr>Filter design – step 2+3</vt:lpstr>
      <vt:lpstr>Filter design – step 4+5</vt:lpstr>
      <vt:lpstr>Estimation of the (Cross-)Correlation</vt:lpstr>
      <vt:lpstr>Growing Window Weight Function</vt:lpstr>
      <vt:lpstr>Sliding Window Weight Function</vt:lpstr>
      <vt:lpstr>Exponential Weight Function</vt:lpstr>
      <vt:lpstr>Recursive Least-Squares Algorithm (Exponential Weight Function)</vt:lpstr>
      <vt:lpstr>Recursive Computation of  (Cross-)Correlation</vt:lpstr>
      <vt:lpstr>Inversion of Correlation Matrix</vt:lpstr>
      <vt:lpstr>Simplifying notation</vt:lpstr>
      <vt:lpstr>Recursive Filter Update</vt:lpstr>
      <vt:lpstr>The RLS Algorithm</vt:lpstr>
      <vt:lpstr>Initialization</vt:lpstr>
      <vt:lpstr>Forgetting Factor vs. Window Length</vt:lpstr>
      <vt:lpstr>Steady-State Analysis</vt:lpstr>
      <vt:lpstr>Computational Cost</vt:lpstr>
      <vt:lpstr>Basic Adaptive Filtering Overview</vt:lpstr>
      <vt:lpstr>Exercise 1 </vt:lpstr>
      <vt:lpstr>Exercise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Jesper Rindom Jensen</dc:creator>
  <cp:lastModifiedBy>Jacob El-Omar</cp:lastModifiedBy>
  <cp:revision>1</cp:revision>
  <dcterms:created xsi:type="dcterms:W3CDTF">2024-09-13T12:26:32Z</dcterms:created>
  <dcterms:modified xsi:type="dcterms:W3CDTF">2025-01-17T10:23:37Z</dcterms:modified>
</cp:coreProperties>
</file>