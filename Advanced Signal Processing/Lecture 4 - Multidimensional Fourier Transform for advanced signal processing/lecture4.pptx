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5EC98C-7345-2009-9CAC-04487BBED6DD}" name="Jesper Rindom Jensen" initials="JJ" userId="S::HA45VO@es.aau.dk::a310f5d1-ee7a-4c45-b82c-78f0432bf0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10A46-95D3-42CD-B18B-535E537C0D3C}" v="63" dt="2024-10-07T09:57:45.870"/>
    <p1510:client id="{98A50C6B-0E8B-49A5-B16B-580B0798B880}" v="223" dt="2024-10-06T10:42:34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28" y="2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Rindom Jensen" userId="a310f5d1-ee7a-4c45-b82c-78f0432bf078" providerId="ADAL" clId="{EB9C89B6-C97F-42AD-A2EE-A556DFF3AA41}"/>
    <pc:docChg chg="modSld">
      <pc:chgData name="Jesper Rindom Jensen" userId="a310f5d1-ee7a-4c45-b82c-78f0432bf078" providerId="ADAL" clId="{EB9C89B6-C97F-42AD-A2EE-A556DFF3AA41}" dt="2024-09-22T18:20:08.689" v="2" actId="20577"/>
      <pc:docMkLst>
        <pc:docMk/>
      </pc:docMkLst>
      <pc:sldChg chg="modSp mod">
        <pc:chgData name="Jesper Rindom Jensen" userId="a310f5d1-ee7a-4c45-b82c-78f0432bf078" providerId="ADAL" clId="{EB9C89B6-C97F-42AD-A2EE-A556DFF3AA41}" dt="2024-09-22T17:56:49.299" v="0" actId="20577"/>
        <pc:sldMkLst>
          <pc:docMk/>
          <pc:sldMk cId="765242286" sldId="265"/>
        </pc:sldMkLst>
        <pc:spChg chg="mod">
          <ac:chgData name="Jesper Rindom Jensen" userId="a310f5d1-ee7a-4c45-b82c-78f0432bf078" providerId="ADAL" clId="{EB9C89B6-C97F-42AD-A2EE-A556DFF3AA41}" dt="2024-09-22T17:56:49.299" v="0" actId="20577"/>
          <ac:spMkLst>
            <pc:docMk/>
            <pc:sldMk cId="765242286" sldId="265"/>
            <ac:spMk id="3" creationId="{86FDA6C4-8E75-481E-5E4D-A720E49CE927}"/>
          </ac:spMkLst>
        </pc:spChg>
      </pc:sldChg>
      <pc:sldChg chg="modSp mod">
        <pc:chgData name="Jesper Rindom Jensen" userId="a310f5d1-ee7a-4c45-b82c-78f0432bf078" providerId="ADAL" clId="{EB9C89B6-C97F-42AD-A2EE-A556DFF3AA41}" dt="2024-09-22T18:20:08.689" v="2" actId="20577"/>
        <pc:sldMkLst>
          <pc:docMk/>
          <pc:sldMk cId="2222728584" sldId="279"/>
        </pc:sldMkLst>
        <pc:spChg chg="mod">
          <ac:chgData name="Jesper Rindom Jensen" userId="a310f5d1-ee7a-4c45-b82c-78f0432bf078" providerId="ADAL" clId="{EB9C89B6-C97F-42AD-A2EE-A556DFF3AA41}" dt="2024-09-22T18:20:06.965" v="1" actId="20577"/>
          <ac:spMkLst>
            <pc:docMk/>
            <pc:sldMk cId="2222728584" sldId="279"/>
            <ac:spMk id="2" creationId="{616AC134-07D7-6B35-3A70-10CFE728C7F7}"/>
          </ac:spMkLst>
        </pc:spChg>
        <pc:spChg chg="mod">
          <ac:chgData name="Jesper Rindom Jensen" userId="a310f5d1-ee7a-4c45-b82c-78f0432bf078" providerId="ADAL" clId="{EB9C89B6-C97F-42AD-A2EE-A556DFF3AA41}" dt="2024-09-22T18:20:08.689" v="2" actId="20577"/>
          <ac:spMkLst>
            <pc:docMk/>
            <pc:sldMk cId="2222728584" sldId="279"/>
            <ac:spMk id="3" creationId="{F2452BCC-96A9-C9C4-EE35-432C1D348FCF}"/>
          </ac:spMkLst>
        </pc:spChg>
      </pc:sldChg>
    </pc:docChg>
  </pc:docChgLst>
  <pc:docChgLst>
    <pc:chgData name="Jesper Rindom Jensen" userId="a310f5d1-ee7a-4c45-b82c-78f0432bf078" providerId="ADAL" clId="{CF8F3AD9-308B-4F6B-8668-A7B9E0A4DE8C}"/>
    <pc:docChg chg="undo custSel addSld modSld">
      <pc:chgData name="Jesper Rindom Jensen" userId="a310f5d1-ee7a-4c45-b82c-78f0432bf078" providerId="ADAL" clId="{CF8F3AD9-308B-4F6B-8668-A7B9E0A4DE8C}" dt="2024-09-16T05:55:34.373" v="2663" actId="478"/>
      <pc:docMkLst>
        <pc:docMk/>
      </pc:docMkLst>
      <pc:sldChg chg="modSp new mod">
        <pc:chgData name="Jesper Rindom Jensen" userId="a310f5d1-ee7a-4c45-b82c-78f0432bf078" providerId="ADAL" clId="{CF8F3AD9-308B-4F6B-8668-A7B9E0A4DE8C}" dt="2024-09-13T12:27:30.693" v="211" actId="20577"/>
        <pc:sldMkLst>
          <pc:docMk/>
          <pc:sldMk cId="1976493628" sldId="256"/>
        </pc:sldMkLst>
        <pc:spChg chg="mod">
          <ac:chgData name="Jesper Rindom Jensen" userId="a310f5d1-ee7a-4c45-b82c-78f0432bf078" providerId="ADAL" clId="{CF8F3AD9-308B-4F6B-8668-A7B9E0A4DE8C}" dt="2024-09-13T12:26:53.832" v="86" actId="20577"/>
          <ac:spMkLst>
            <pc:docMk/>
            <pc:sldMk cId="1976493628" sldId="256"/>
            <ac:spMk id="2" creationId="{8CE5FD2F-7BCB-5CB0-0241-99CDD302C83E}"/>
          </ac:spMkLst>
        </pc:spChg>
        <pc:spChg chg="mod">
          <ac:chgData name="Jesper Rindom Jensen" userId="a310f5d1-ee7a-4c45-b82c-78f0432bf078" providerId="ADAL" clId="{CF8F3AD9-308B-4F6B-8668-A7B9E0A4DE8C}" dt="2024-09-13T12:27:30.693" v="211" actId="20577"/>
          <ac:spMkLst>
            <pc:docMk/>
            <pc:sldMk cId="1976493628" sldId="256"/>
            <ac:spMk id="3" creationId="{DB48ABE1-A0D7-1B8F-E833-E8DF657FC249}"/>
          </ac:spMkLst>
        </pc:spChg>
      </pc:sldChg>
      <pc:sldChg chg="addSp delSp modSp new mod">
        <pc:chgData name="Jesper Rindom Jensen" userId="a310f5d1-ee7a-4c45-b82c-78f0432bf078" providerId="ADAL" clId="{CF8F3AD9-308B-4F6B-8668-A7B9E0A4DE8C}" dt="2024-09-13T12:47:04.987" v="657" actId="20577"/>
        <pc:sldMkLst>
          <pc:docMk/>
          <pc:sldMk cId="651365173" sldId="257"/>
        </pc:sldMkLst>
        <pc:spChg chg="mod">
          <ac:chgData name="Jesper Rindom Jensen" userId="a310f5d1-ee7a-4c45-b82c-78f0432bf078" providerId="ADAL" clId="{CF8F3AD9-308B-4F6B-8668-A7B9E0A4DE8C}" dt="2024-09-13T12:27:47.723" v="252" actId="20577"/>
          <ac:spMkLst>
            <pc:docMk/>
            <pc:sldMk cId="651365173" sldId="257"/>
            <ac:spMk id="2" creationId="{63CE32B4-DE64-C33D-0564-6E010AE4A813}"/>
          </ac:spMkLst>
        </pc:spChg>
        <pc:spChg chg="mod">
          <ac:chgData name="Jesper Rindom Jensen" userId="a310f5d1-ee7a-4c45-b82c-78f0432bf078" providerId="ADAL" clId="{CF8F3AD9-308B-4F6B-8668-A7B9E0A4DE8C}" dt="2024-09-13T12:47:04.987" v="657" actId="20577"/>
          <ac:spMkLst>
            <pc:docMk/>
            <pc:sldMk cId="651365173" sldId="257"/>
            <ac:spMk id="3" creationId="{0D79F90A-AF21-372F-57A8-9A1DF8CCE0A8}"/>
          </ac:spMkLst>
        </pc:spChg>
        <pc:picChg chg="mod">
          <ac:chgData name="Jesper Rindom Jensen" userId="a310f5d1-ee7a-4c45-b82c-78f0432bf078" providerId="ADAL" clId="{CF8F3AD9-308B-4F6B-8668-A7B9E0A4DE8C}" dt="2024-09-13T12:37:24.835" v="270" actId="1076"/>
          <ac:picMkLst>
            <pc:docMk/>
            <pc:sldMk cId="651365173" sldId="257"/>
            <ac:picMk id="5" creationId="{2B1120A9-26C2-5758-3850-66587460C924}"/>
          </ac:picMkLst>
        </pc:picChg>
        <pc:picChg chg="del mod">
          <ac:chgData name="Jesper Rindom Jensen" userId="a310f5d1-ee7a-4c45-b82c-78f0432bf078" providerId="ADAL" clId="{CF8F3AD9-308B-4F6B-8668-A7B9E0A4DE8C}" dt="2024-09-13T12:42:47.258" v="326" actId="478"/>
          <ac:picMkLst>
            <pc:docMk/>
            <pc:sldMk cId="651365173" sldId="257"/>
            <ac:picMk id="7" creationId="{A51C5D34-C7EC-F933-BDFA-2B0721177978}"/>
          </ac:picMkLst>
        </pc:picChg>
        <pc:picChg chg="del mod ord">
          <ac:chgData name="Jesper Rindom Jensen" userId="a310f5d1-ee7a-4c45-b82c-78f0432bf078" providerId="ADAL" clId="{CF8F3AD9-308B-4F6B-8668-A7B9E0A4DE8C}" dt="2024-09-13T12:43:37.303" v="338" actId="478"/>
          <ac:picMkLst>
            <pc:docMk/>
            <pc:sldMk cId="651365173" sldId="257"/>
            <ac:picMk id="9" creationId="{70A62010-9460-E4BA-3744-E730BEA4028B}"/>
          </ac:picMkLst>
        </pc:picChg>
        <pc:picChg chg="mod ord">
          <ac:chgData name="Jesper Rindom Jensen" userId="a310f5d1-ee7a-4c45-b82c-78f0432bf078" providerId="ADAL" clId="{CF8F3AD9-308B-4F6B-8668-A7B9E0A4DE8C}" dt="2024-09-13T12:44:13.444" v="359" actId="1076"/>
          <ac:picMkLst>
            <pc:docMk/>
            <pc:sldMk cId="651365173" sldId="257"/>
            <ac:picMk id="11" creationId="{83EB4AC1-E7C7-7E98-E1FD-EF4BBDC1DFB0}"/>
          </ac:picMkLst>
        </pc:picChg>
        <pc:picChg chg="add mod">
          <ac:chgData name="Jesper Rindom Jensen" userId="a310f5d1-ee7a-4c45-b82c-78f0432bf078" providerId="ADAL" clId="{CF8F3AD9-308B-4F6B-8668-A7B9E0A4DE8C}" dt="2024-09-13T12:44:45.508" v="379" actId="1076"/>
          <ac:picMkLst>
            <pc:docMk/>
            <pc:sldMk cId="651365173" sldId="257"/>
            <ac:picMk id="13" creationId="{D834F257-EA05-E266-D1B0-F7FD34AA51A3}"/>
          </ac:picMkLst>
        </pc:picChg>
        <pc:picChg chg="mod">
          <ac:chgData name="Jesper Rindom Jensen" userId="a310f5d1-ee7a-4c45-b82c-78f0432bf078" providerId="ADAL" clId="{CF8F3AD9-308B-4F6B-8668-A7B9E0A4DE8C}" dt="2024-09-13T12:45:29.988" v="401" actId="1076"/>
          <ac:picMkLst>
            <pc:docMk/>
            <pc:sldMk cId="651365173" sldId="257"/>
            <ac:picMk id="15" creationId="{DF3E75D7-1B31-63C4-8CF6-73D3D52FF900}"/>
          </ac:picMkLst>
        </pc:picChg>
        <pc:picChg chg="mod">
          <ac:chgData name="Jesper Rindom Jensen" userId="a310f5d1-ee7a-4c45-b82c-78f0432bf078" providerId="ADAL" clId="{CF8F3AD9-308B-4F6B-8668-A7B9E0A4DE8C}" dt="2024-09-13T12:46:11.586" v="451" actId="1076"/>
          <ac:picMkLst>
            <pc:docMk/>
            <pc:sldMk cId="651365173" sldId="257"/>
            <ac:picMk id="17" creationId="{D9F8D025-8479-31CD-DB6A-728FB9765345}"/>
          </ac:picMkLst>
        </pc:picChg>
      </pc:sldChg>
      <pc:sldChg chg="modSp new mod">
        <pc:chgData name="Jesper Rindom Jensen" userId="a310f5d1-ee7a-4c45-b82c-78f0432bf078" providerId="ADAL" clId="{CF8F3AD9-308B-4F6B-8668-A7B9E0A4DE8C}" dt="2024-09-13T12:50:06.316" v="733" actId="1076"/>
        <pc:sldMkLst>
          <pc:docMk/>
          <pc:sldMk cId="3055144459" sldId="258"/>
        </pc:sldMkLst>
        <pc:spChg chg="mod">
          <ac:chgData name="Jesper Rindom Jensen" userId="a310f5d1-ee7a-4c45-b82c-78f0432bf078" providerId="ADAL" clId="{CF8F3AD9-308B-4F6B-8668-A7B9E0A4DE8C}" dt="2024-09-13T12:47:13.059" v="659"/>
          <ac:spMkLst>
            <pc:docMk/>
            <pc:sldMk cId="3055144459" sldId="258"/>
            <ac:spMk id="2" creationId="{7D1BE872-8044-1D7D-5C06-3F7C64751A29}"/>
          </ac:spMkLst>
        </pc:spChg>
        <pc:spChg chg="mod">
          <ac:chgData name="Jesper Rindom Jensen" userId="a310f5d1-ee7a-4c45-b82c-78f0432bf078" providerId="ADAL" clId="{CF8F3AD9-308B-4F6B-8668-A7B9E0A4DE8C}" dt="2024-09-13T12:48:50.849" v="719" actId="20577"/>
          <ac:spMkLst>
            <pc:docMk/>
            <pc:sldMk cId="3055144459" sldId="258"/>
            <ac:spMk id="3" creationId="{9FCB40CB-ED0E-58DC-DF1C-356D474408CC}"/>
          </ac:spMkLst>
        </pc:spChg>
        <pc:picChg chg="mod">
          <ac:chgData name="Jesper Rindom Jensen" userId="a310f5d1-ee7a-4c45-b82c-78f0432bf078" providerId="ADAL" clId="{CF8F3AD9-308B-4F6B-8668-A7B9E0A4DE8C}" dt="2024-09-13T12:48:35.118" v="688" actId="1076"/>
          <ac:picMkLst>
            <pc:docMk/>
            <pc:sldMk cId="3055144459" sldId="258"/>
            <ac:picMk id="5" creationId="{3A21B311-1B79-3636-D848-3A2DB1064145}"/>
          </ac:picMkLst>
        </pc:picChg>
        <pc:picChg chg="mod">
          <ac:chgData name="Jesper Rindom Jensen" userId="a310f5d1-ee7a-4c45-b82c-78f0432bf078" providerId="ADAL" clId="{CF8F3AD9-308B-4F6B-8668-A7B9E0A4DE8C}" dt="2024-09-13T12:49:31.368" v="726" actId="1076"/>
          <ac:picMkLst>
            <pc:docMk/>
            <pc:sldMk cId="3055144459" sldId="258"/>
            <ac:picMk id="7" creationId="{98CF8DEC-8F47-A784-81B6-4F115BFB57CE}"/>
          </ac:picMkLst>
        </pc:picChg>
        <pc:picChg chg="mod">
          <ac:chgData name="Jesper Rindom Jensen" userId="a310f5d1-ee7a-4c45-b82c-78f0432bf078" providerId="ADAL" clId="{CF8F3AD9-308B-4F6B-8668-A7B9E0A4DE8C}" dt="2024-09-13T12:50:06.316" v="733" actId="1076"/>
          <ac:picMkLst>
            <pc:docMk/>
            <pc:sldMk cId="3055144459" sldId="258"/>
            <ac:picMk id="9" creationId="{1AD04581-A3EB-A1A7-8EEB-6F25107B0D50}"/>
          </ac:picMkLst>
        </pc:picChg>
      </pc:sldChg>
      <pc:sldChg chg="addSp delSp modSp new mod">
        <pc:chgData name="Jesper Rindom Jensen" userId="a310f5d1-ee7a-4c45-b82c-78f0432bf078" providerId="ADAL" clId="{CF8F3AD9-308B-4F6B-8668-A7B9E0A4DE8C}" dt="2024-09-13T12:53:28.634" v="791" actId="20577"/>
        <pc:sldMkLst>
          <pc:docMk/>
          <pc:sldMk cId="1468135766" sldId="259"/>
        </pc:sldMkLst>
        <pc:spChg chg="mod">
          <ac:chgData name="Jesper Rindom Jensen" userId="a310f5d1-ee7a-4c45-b82c-78f0432bf078" providerId="ADAL" clId="{CF8F3AD9-308B-4F6B-8668-A7B9E0A4DE8C}" dt="2024-09-13T12:50:15.161" v="737"/>
          <ac:spMkLst>
            <pc:docMk/>
            <pc:sldMk cId="1468135766" sldId="259"/>
            <ac:spMk id="2" creationId="{924522C2-2686-8818-4DD4-5EDAEA54F7CA}"/>
          </ac:spMkLst>
        </pc:spChg>
        <pc:spChg chg="mod">
          <ac:chgData name="Jesper Rindom Jensen" userId="a310f5d1-ee7a-4c45-b82c-78f0432bf078" providerId="ADAL" clId="{CF8F3AD9-308B-4F6B-8668-A7B9E0A4DE8C}" dt="2024-09-13T12:53:28.634" v="791" actId="20577"/>
          <ac:spMkLst>
            <pc:docMk/>
            <pc:sldMk cId="1468135766" sldId="259"/>
            <ac:spMk id="3" creationId="{29E423D7-1141-68FC-319F-2DC9D0BB651E}"/>
          </ac:spMkLst>
        </pc:spChg>
        <pc:spChg chg="add del">
          <ac:chgData name="Jesper Rindom Jensen" userId="a310f5d1-ee7a-4c45-b82c-78f0432bf078" providerId="ADAL" clId="{CF8F3AD9-308B-4F6B-8668-A7B9E0A4DE8C}" dt="2024-09-13T12:50:14.576" v="736" actId="22"/>
          <ac:spMkLst>
            <pc:docMk/>
            <pc:sldMk cId="1468135766" sldId="259"/>
            <ac:spMk id="5" creationId="{15E21C46-3C16-84E8-AE5E-BD3FB56ABD17}"/>
          </ac:spMkLst>
        </pc:spChg>
        <pc:picChg chg="del mod">
          <ac:chgData name="Jesper Rindom Jensen" userId="a310f5d1-ee7a-4c45-b82c-78f0432bf078" providerId="ADAL" clId="{CF8F3AD9-308B-4F6B-8668-A7B9E0A4DE8C}" dt="2024-09-13T12:52:58.348" v="781" actId="478"/>
          <ac:picMkLst>
            <pc:docMk/>
            <pc:sldMk cId="1468135766" sldId="259"/>
            <ac:picMk id="7" creationId="{AD76ECE6-A979-A451-86B4-784BCDA30DD0}"/>
          </ac:picMkLst>
        </pc:picChg>
        <pc:picChg chg="mod">
          <ac:chgData name="Jesper Rindom Jensen" userId="a310f5d1-ee7a-4c45-b82c-78f0432bf078" providerId="ADAL" clId="{CF8F3AD9-308B-4F6B-8668-A7B9E0A4DE8C}" dt="2024-09-13T12:53:05.840" v="783" actId="1076"/>
          <ac:picMkLst>
            <pc:docMk/>
            <pc:sldMk cId="1468135766" sldId="259"/>
            <ac:picMk id="9" creationId="{523E935F-00C6-4420-CD27-821CDFF72099}"/>
          </ac:picMkLst>
        </pc:picChg>
        <pc:picChg chg="mod ord">
          <ac:chgData name="Jesper Rindom Jensen" userId="a310f5d1-ee7a-4c45-b82c-78f0432bf078" providerId="ADAL" clId="{CF8F3AD9-308B-4F6B-8668-A7B9E0A4DE8C}" dt="2024-09-13T12:53:13.058" v="785" actId="1076"/>
          <ac:picMkLst>
            <pc:docMk/>
            <pc:sldMk cId="1468135766" sldId="259"/>
            <ac:picMk id="11" creationId="{D3A7916D-DCC7-A200-5E91-F4326F4D29D0}"/>
          </ac:picMkLst>
        </pc:picChg>
      </pc:sldChg>
      <pc:sldChg chg="addSp modSp new mod">
        <pc:chgData name="Jesper Rindom Jensen" userId="a310f5d1-ee7a-4c45-b82c-78f0432bf078" providerId="ADAL" clId="{CF8F3AD9-308B-4F6B-8668-A7B9E0A4DE8C}" dt="2024-09-13T12:55:25.600" v="918" actId="207"/>
        <pc:sldMkLst>
          <pc:docMk/>
          <pc:sldMk cId="291093375" sldId="260"/>
        </pc:sldMkLst>
        <pc:spChg chg="mod">
          <ac:chgData name="Jesper Rindom Jensen" userId="a310f5d1-ee7a-4c45-b82c-78f0432bf078" providerId="ADAL" clId="{CF8F3AD9-308B-4F6B-8668-A7B9E0A4DE8C}" dt="2024-09-13T12:53:41.068" v="794"/>
          <ac:spMkLst>
            <pc:docMk/>
            <pc:sldMk cId="291093375" sldId="260"/>
            <ac:spMk id="2" creationId="{2BF8423D-C9BB-FDCC-17C3-83292B12FF45}"/>
          </ac:spMkLst>
        </pc:spChg>
        <pc:spChg chg="mod">
          <ac:chgData name="Jesper Rindom Jensen" userId="a310f5d1-ee7a-4c45-b82c-78f0432bf078" providerId="ADAL" clId="{CF8F3AD9-308B-4F6B-8668-A7B9E0A4DE8C}" dt="2024-09-13T12:54:03.354" v="844" actId="113"/>
          <ac:spMkLst>
            <pc:docMk/>
            <pc:sldMk cId="291093375" sldId="260"/>
            <ac:spMk id="3" creationId="{5452942B-8F8E-7150-46FA-1082CA15C3F6}"/>
          </ac:spMkLst>
        </pc:spChg>
        <pc:spChg chg="add mod">
          <ac:chgData name="Jesper Rindom Jensen" userId="a310f5d1-ee7a-4c45-b82c-78f0432bf078" providerId="ADAL" clId="{CF8F3AD9-308B-4F6B-8668-A7B9E0A4DE8C}" dt="2024-09-13T12:55:25.600" v="918" actId="207"/>
          <ac:spMkLst>
            <pc:docMk/>
            <pc:sldMk cId="291093375" sldId="260"/>
            <ac:spMk id="6" creationId="{9E725C12-A46E-5D31-D51C-82416320C644}"/>
          </ac:spMkLst>
        </pc:spChg>
        <pc:picChg chg="add mod">
          <ac:chgData name="Jesper Rindom Jensen" userId="a310f5d1-ee7a-4c45-b82c-78f0432bf078" providerId="ADAL" clId="{CF8F3AD9-308B-4F6B-8668-A7B9E0A4DE8C}" dt="2024-09-13T12:54:38.212" v="849" actId="1076"/>
          <ac:picMkLst>
            <pc:docMk/>
            <pc:sldMk cId="291093375" sldId="260"/>
            <ac:picMk id="5" creationId="{F58F27F9-6E28-8EDE-CD7A-AB316BAA2DB8}"/>
          </ac:picMkLst>
        </pc:picChg>
      </pc:sldChg>
      <pc:sldChg chg="modSp new mod">
        <pc:chgData name="Jesper Rindom Jensen" userId="a310f5d1-ee7a-4c45-b82c-78f0432bf078" providerId="ADAL" clId="{CF8F3AD9-308B-4F6B-8668-A7B9E0A4DE8C}" dt="2024-09-13T12:56:14.995" v="954" actId="20577"/>
        <pc:sldMkLst>
          <pc:docMk/>
          <pc:sldMk cId="3729592792" sldId="261"/>
        </pc:sldMkLst>
        <pc:spChg chg="mod">
          <ac:chgData name="Jesper Rindom Jensen" userId="a310f5d1-ee7a-4c45-b82c-78f0432bf078" providerId="ADAL" clId="{CF8F3AD9-308B-4F6B-8668-A7B9E0A4DE8C}" dt="2024-09-13T12:54:44.552" v="851"/>
          <ac:spMkLst>
            <pc:docMk/>
            <pc:sldMk cId="3729592792" sldId="261"/>
            <ac:spMk id="2" creationId="{B88B8259-3DBD-07ED-EE1A-E84A2BA25551}"/>
          </ac:spMkLst>
        </pc:spChg>
        <pc:spChg chg="mod">
          <ac:chgData name="Jesper Rindom Jensen" userId="a310f5d1-ee7a-4c45-b82c-78f0432bf078" providerId="ADAL" clId="{CF8F3AD9-308B-4F6B-8668-A7B9E0A4DE8C}" dt="2024-09-13T12:56:14.995" v="954" actId="20577"/>
          <ac:spMkLst>
            <pc:docMk/>
            <pc:sldMk cId="3729592792" sldId="261"/>
            <ac:spMk id="3" creationId="{DE958D39-6E22-FF7D-6B16-2D77794663E2}"/>
          </ac:spMkLst>
        </pc:spChg>
      </pc:sldChg>
      <pc:sldChg chg="addSp modSp new mod">
        <pc:chgData name="Jesper Rindom Jensen" userId="a310f5d1-ee7a-4c45-b82c-78f0432bf078" providerId="ADAL" clId="{CF8F3AD9-308B-4F6B-8668-A7B9E0A4DE8C}" dt="2024-09-13T12:57:09.123" v="964" actId="1076"/>
        <pc:sldMkLst>
          <pc:docMk/>
          <pc:sldMk cId="2024352163" sldId="262"/>
        </pc:sldMkLst>
        <pc:spChg chg="mod">
          <ac:chgData name="Jesper Rindom Jensen" userId="a310f5d1-ee7a-4c45-b82c-78f0432bf078" providerId="ADAL" clId="{CF8F3AD9-308B-4F6B-8668-A7B9E0A4DE8C}" dt="2024-09-13T12:56:32.679" v="956"/>
          <ac:spMkLst>
            <pc:docMk/>
            <pc:sldMk cId="2024352163" sldId="262"/>
            <ac:spMk id="2" creationId="{936321BA-C2A4-A825-9D04-78D5A26EE6E0}"/>
          </ac:spMkLst>
        </pc:spChg>
        <pc:spChg chg="mod">
          <ac:chgData name="Jesper Rindom Jensen" userId="a310f5d1-ee7a-4c45-b82c-78f0432bf078" providerId="ADAL" clId="{CF8F3AD9-308B-4F6B-8668-A7B9E0A4DE8C}" dt="2024-09-13T12:56:41.489" v="959" actId="113"/>
          <ac:spMkLst>
            <pc:docMk/>
            <pc:sldMk cId="2024352163" sldId="262"/>
            <ac:spMk id="3" creationId="{54ED2B43-5EA4-44AC-694D-89B8478F8BBB}"/>
          </ac:spMkLst>
        </pc:spChg>
        <pc:picChg chg="add mod">
          <ac:chgData name="Jesper Rindom Jensen" userId="a310f5d1-ee7a-4c45-b82c-78f0432bf078" providerId="ADAL" clId="{CF8F3AD9-308B-4F6B-8668-A7B9E0A4DE8C}" dt="2024-09-13T12:57:09.123" v="964" actId="1076"/>
          <ac:picMkLst>
            <pc:docMk/>
            <pc:sldMk cId="2024352163" sldId="262"/>
            <ac:picMk id="5" creationId="{7D3F33EA-1745-815B-DA43-1BD4C77A920C}"/>
          </ac:picMkLst>
        </pc:picChg>
      </pc:sldChg>
      <pc:sldChg chg="addSp delSp modSp new mod">
        <pc:chgData name="Jesper Rindom Jensen" userId="a310f5d1-ee7a-4c45-b82c-78f0432bf078" providerId="ADAL" clId="{CF8F3AD9-308B-4F6B-8668-A7B9E0A4DE8C}" dt="2024-09-13T13:05:04.359" v="1198" actId="1076"/>
        <pc:sldMkLst>
          <pc:docMk/>
          <pc:sldMk cId="2429555909" sldId="263"/>
        </pc:sldMkLst>
        <pc:spChg chg="mod">
          <ac:chgData name="Jesper Rindom Jensen" userId="a310f5d1-ee7a-4c45-b82c-78f0432bf078" providerId="ADAL" clId="{CF8F3AD9-308B-4F6B-8668-A7B9E0A4DE8C}" dt="2024-09-13T12:57:24.457" v="967"/>
          <ac:spMkLst>
            <pc:docMk/>
            <pc:sldMk cId="2429555909" sldId="263"/>
            <ac:spMk id="2" creationId="{1E090C5E-39AD-971E-0B41-26E506A71B8F}"/>
          </ac:spMkLst>
        </pc:spChg>
        <pc:spChg chg="mod">
          <ac:chgData name="Jesper Rindom Jensen" userId="a310f5d1-ee7a-4c45-b82c-78f0432bf078" providerId="ADAL" clId="{CF8F3AD9-308B-4F6B-8668-A7B9E0A4DE8C}" dt="2024-09-13T13:03:03.212" v="1170" actId="20577"/>
          <ac:spMkLst>
            <pc:docMk/>
            <pc:sldMk cId="2429555909" sldId="263"/>
            <ac:spMk id="3" creationId="{A71C85D8-7FF3-077D-8EB5-FA0D26AC0CE7}"/>
          </ac:spMkLst>
        </pc:spChg>
        <pc:picChg chg="mod">
          <ac:chgData name="Jesper Rindom Jensen" userId="a310f5d1-ee7a-4c45-b82c-78f0432bf078" providerId="ADAL" clId="{CF8F3AD9-308B-4F6B-8668-A7B9E0A4DE8C}" dt="2024-09-13T12:58:02.793" v="979" actId="1076"/>
          <ac:picMkLst>
            <pc:docMk/>
            <pc:sldMk cId="2429555909" sldId="263"/>
            <ac:picMk id="5" creationId="{FC19D859-E86B-4E04-4389-C7BD516C6FC7}"/>
          </ac:picMkLst>
        </pc:picChg>
        <pc:picChg chg="mod">
          <ac:chgData name="Jesper Rindom Jensen" userId="a310f5d1-ee7a-4c45-b82c-78f0432bf078" providerId="ADAL" clId="{CF8F3AD9-308B-4F6B-8668-A7B9E0A4DE8C}" dt="2024-09-13T12:59:19.031" v="1059" actId="1076"/>
          <ac:picMkLst>
            <pc:docMk/>
            <pc:sldMk cId="2429555909" sldId="263"/>
            <ac:picMk id="7" creationId="{6A138404-6F30-52EF-9D15-36B2B418B518}"/>
          </ac:picMkLst>
        </pc:picChg>
        <pc:picChg chg="del mod">
          <ac:chgData name="Jesper Rindom Jensen" userId="a310f5d1-ee7a-4c45-b82c-78f0432bf078" providerId="ADAL" clId="{CF8F3AD9-308B-4F6B-8668-A7B9E0A4DE8C}" dt="2024-09-13T13:00:07.394" v="1078" actId="478"/>
          <ac:picMkLst>
            <pc:docMk/>
            <pc:sldMk cId="2429555909" sldId="263"/>
            <ac:picMk id="9" creationId="{0A947C1F-6F4F-2F95-3647-8F2CBBA292D3}"/>
          </ac:picMkLst>
        </pc:picChg>
        <pc:picChg chg="del mod ord">
          <ac:chgData name="Jesper Rindom Jensen" userId="a310f5d1-ee7a-4c45-b82c-78f0432bf078" providerId="ADAL" clId="{CF8F3AD9-308B-4F6B-8668-A7B9E0A4DE8C}" dt="2024-09-13T13:00:17.654" v="1090" actId="478"/>
          <ac:picMkLst>
            <pc:docMk/>
            <pc:sldMk cId="2429555909" sldId="263"/>
            <ac:picMk id="11" creationId="{A2797569-6978-FF92-F464-3ECF3D011E87}"/>
          </ac:picMkLst>
        </pc:picChg>
        <pc:picChg chg="mod ord">
          <ac:chgData name="Jesper Rindom Jensen" userId="a310f5d1-ee7a-4c45-b82c-78f0432bf078" providerId="ADAL" clId="{CF8F3AD9-308B-4F6B-8668-A7B9E0A4DE8C}" dt="2024-09-13T13:00:17.654" v="1089" actId="108"/>
          <ac:picMkLst>
            <pc:docMk/>
            <pc:sldMk cId="2429555909" sldId="263"/>
            <ac:picMk id="13" creationId="{333D441B-73B5-8946-8F15-294A2C0F42A5}"/>
          </ac:picMkLst>
        </pc:picChg>
        <pc:picChg chg="mod">
          <ac:chgData name="Jesper Rindom Jensen" userId="a310f5d1-ee7a-4c45-b82c-78f0432bf078" providerId="ADAL" clId="{CF8F3AD9-308B-4F6B-8668-A7B9E0A4DE8C}" dt="2024-09-13T13:01:08.885" v="1097" actId="1076"/>
          <ac:picMkLst>
            <pc:docMk/>
            <pc:sldMk cId="2429555909" sldId="263"/>
            <ac:picMk id="15" creationId="{4FDA9B49-87B5-93C2-D035-8C19394F5AD8}"/>
          </ac:picMkLst>
        </pc:picChg>
        <pc:picChg chg="mod">
          <ac:chgData name="Jesper Rindom Jensen" userId="a310f5d1-ee7a-4c45-b82c-78f0432bf078" providerId="ADAL" clId="{CF8F3AD9-308B-4F6B-8668-A7B9E0A4DE8C}" dt="2024-09-13T13:01:55.568" v="1129" actId="1035"/>
          <ac:picMkLst>
            <pc:docMk/>
            <pc:sldMk cId="2429555909" sldId="263"/>
            <ac:picMk id="17" creationId="{7223DCF8-2006-7F21-EC22-067707FBB44F}"/>
          </ac:picMkLst>
        </pc:picChg>
        <pc:picChg chg="add del mod">
          <ac:chgData name="Jesper Rindom Jensen" userId="a310f5d1-ee7a-4c45-b82c-78f0432bf078" providerId="ADAL" clId="{CF8F3AD9-308B-4F6B-8668-A7B9E0A4DE8C}" dt="2024-09-13T13:03:25.227" v="1182" actId="478"/>
          <ac:picMkLst>
            <pc:docMk/>
            <pc:sldMk cId="2429555909" sldId="263"/>
            <ac:picMk id="19" creationId="{8DFBC888-C326-3368-0044-83EECF7912FB}"/>
          </ac:picMkLst>
        </pc:picChg>
        <pc:picChg chg="del mod ord">
          <ac:chgData name="Jesper Rindom Jensen" userId="a310f5d1-ee7a-4c45-b82c-78f0432bf078" providerId="ADAL" clId="{CF8F3AD9-308B-4F6B-8668-A7B9E0A4DE8C}" dt="2024-09-13T13:03:40.488" v="1184" actId="478"/>
          <ac:picMkLst>
            <pc:docMk/>
            <pc:sldMk cId="2429555909" sldId="263"/>
            <ac:picMk id="21" creationId="{3E9831D9-73C1-4C75-B633-A2E4A42B1231}"/>
          </ac:picMkLst>
        </pc:picChg>
        <pc:picChg chg="mod">
          <ac:chgData name="Jesper Rindom Jensen" userId="a310f5d1-ee7a-4c45-b82c-78f0432bf078" providerId="ADAL" clId="{CF8F3AD9-308B-4F6B-8668-A7B9E0A4DE8C}" dt="2024-09-13T13:03:51.656" v="1191" actId="1076"/>
          <ac:picMkLst>
            <pc:docMk/>
            <pc:sldMk cId="2429555909" sldId="263"/>
            <ac:picMk id="23" creationId="{0983733F-6A84-2576-9BDD-BC24A011F0A4}"/>
          </ac:picMkLst>
        </pc:picChg>
        <pc:picChg chg="mod">
          <ac:chgData name="Jesper Rindom Jensen" userId="a310f5d1-ee7a-4c45-b82c-78f0432bf078" providerId="ADAL" clId="{CF8F3AD9-308B-4F6B-8668-A7B9E0A4DE8C}" dt="2024-09-13T13:05:04.359" v="1198" actId="1076"/>
          <ac:picMkLst>
            <pc:docMk/>
            <pc:sldMk cId="2429555909" sldId="263"/>
            <ac:picMk id="25" creationId="{E7C64CB6-B072-8AD5-6A58-0A105F34340C}"/>
          </ac:picMkLst>
        </pc:picChg>
      </pc:sldChg>
      <pc:sldChg chg="addSp delSp modSp new mod">
        <pc:chgData name="Jesper Rindom Jensen" userId="a310f5d1-ee7a-4c45-b82c-78f0432bf078" providerId="ADAL" clId="{CF8F3AD9-308B-4F6B-8668-A7B9E0A4DE8C}" dt="2024-09-13T13:12:08.517" v="1364" actId="207"/>
        <pc:sldMkLst>
          <pc:docMk/>
          <pc:sldMk cId="2031437660" sldId="264"/>
        </pc:sldMkLst>
        <pc:spChg chg="mod">
          <ac:chgData name="Jesper Rindom Jensen" userId="a310f5d1-ee7a-4c45-b82c-78f0432bf078" providerId="ADAL" clId="{CF8F3AD9-308B-4F6B-8668-A7B9E0A4DE8C}" dt="2024-09-13T13:05:14.296" v="1200"/>
          <ac:spMkLst>
            <pc:docMk/>
            <pc:sldMk cId="2031437660" sldId="264"/>
            <ac:spMk id="2" creationId="{42B24227-71F2-B5BE-C41D-6776DBC8A40B}"/>
          </ac:spMkLst>
        </pc:spChg>
        <pc:spChg chg="mod">
          <ac:chgData name="Jesper Rindom Jensen" userId="a310f5d1-ee7a-4c45-b82c-78f0432bf078" providerId="ADAL" clId="{CF8F3AD9-308B-4F6B-8668-A7B9E0A4DE8C}" dt="2024-09-13T13:11:51.650" v="1354" actId="20577"/>
          <ac:spMkLst>
            <pc:docMk/>
            <pc:sldMk cId="2031437660" sldId="264"/>
            <ac:spMk id="3" creationId="{97F6E235-58A3-A507-498A-078120AE7E9A}"/>
          </ac:spMkLst>
        </pc:spChg>
        <pc:spChg chg="add mod">
          <ac:chgData name="Jesper Rindom Jensen" userId="a310f5d1-ee7a-4c45-b82c-78f0432bf078" providerId="ADAL" clId="{CF8F3AD9-308B-4F6B-8668-A7B9E0A4DE8C}" dt="2024-09-13T13:12:08.517" v="1364" actId="207"/>
          <ac:spMkLst>
            <pc:docMk/>
            <pc:sldMk cId="2031437660" sldId="264"/>
            <ac:spMk id="17" creationId="{C079E4B9-090F-7C7D-749F-E65E07899331}"/>
          </ac:spMkLst>
        </pc:spChg>
        <pc:picChg chg="mod">
          <ac:chgData name="Jesper Rindom Jensen" userId="a310f5d1-ee7a-4c45-b82c-78f0432bf078" providerId="ADAL" clId="{CF8F3AD9-308B-4F6B-8668-A7B9E0A4DE8C}" dt="2024-09-13T13:06:52.713" v="1240" actId="1076"/>
          <ac:picMkLst>
            <pc:docMk/>
            <pc:sldMk cId="2031437660" sldId="264"/>
            <ac:picMk id="5" creationId="{A23DCF89-6523-8900-1730-F83D7B0F3B02}"/>
          </ac:picMkLst>
        </pc:picChg>
        <pc:picChg chg="del mod">
          <ac:chgData name="Jesper Rindom Jensen" userId="a310f5d1-ee7a-4c45-b82c-78f0432bf078" providerId="ADAL" clId="{CF8F3AD9-308B-4F6B-8668-A7B9E0A4DE8C}" dt="2024-09-13T13:09:24.484" v="1259" actId="478"/>
          <ac:picMkLst>
            <pc:docMk/>
            <pc:sldMk cId="2031437660" sldId="264"/>
            <ac:picMk id="7" creationId="{63407B2C-5EA2-34D2-0192-72A655131221}"/>
          </ac:picMkLst>
        </pc:picChg>
        <pc:picChg chg="mod ord">
          <ac:chgData name="Jesper Rindom Jensen" userId="a310f5d1-ee7a-4c45-b82c-78f0432bf078" providerId="ADAL" clId="{CF8F3AD9-308B-4F6B-8668-A7B9E0A4DE8C}" dt="2024-09-13T13:11:29.080" v="1339" actId="1076"/>
          <ac:picMkLst>
            <pc:docMk/>
            <pc:sldMk cId="2031437660" sldId="264"/>
            <ac:picMk id="9" creationId="{481CFAD5-9B1C-C23E-7E72-F47A88771608}"/>
          </ac:picMkLst>
        </pc:picChg>
        <pc:picChg chg="mod">
          <ac:chgData name="Jesper Rindom Jensen" userId="a310f5d1-ee7a-4c45-b82c-78f0432bf078" providerId="ADAL" clId="{CF8F3AD9-308B-4F6B-8668-A7B9E0A4DE8C}" dt="2024-09-13T13:10:10.220" v="1287" actId="1076"/>
          <ac:picMkLst>
            <pc:docMk/>
            <pc:sldMk cId="2031437660" sldId="264"/>
            <ac:picMk id="11" creationId="{42F3EA73-393B-FC5A-B0AF-D824FA365369}"/>
          </ac:picMkLst>
        </pc:picChg>
        <pc:picChg chg="mod">
          <ac:chgData name="Jesper Rindom Jensen" userId="a310f5d1-ee7a-4c45-b82c-78f0432bf078" providerId="ADAL" clId="{CF8F3AD9-308B-4F6B-8668-A7B9E0A4DE8C}" dt="2024-09-13T13:10:39.226" v="1323" actId="1076"/>
          <ac:picMkLst>
            <pc:docMk/>
            <pc:sldMk cId="2031437660" sldId="264"/>
            <ac:picMk id="13" creationId="{02B4A16E-AD5E-4660-9592-2441A507204D}"/>
          </ac:picMkLst>
        </pc:picChg>
        <pc:picChg chg="add del mod">
          <ac:chgData name="Jesper Rindom Jensen" userId="a310f5d1-ee7a-4c45-b82c-78f0432bf078" providerId="ADAL" clId="{CF8F3AD9-308B-4F6B-8668-A7B9E0A4DE8C}" dt="2024-09-13T13:11:21.648" v="1337" actId="478"/>
          <ac:picMkLst>
            <pc:docMk/>
            <pc:sldMk cId="2031437660" sldId="264"/>
            <ac:picMk id="14" creationId="{673A69A2-A15E-EFBA-9E9D-31E802699824}"/>
          </ac:picMkLst>
        </pc:picChg>
        <pc:picChg chg="mod ord">
          <ac:chgData name="Jesper Rindom Jensen" userId="a310f5d1-ee7a-4c45-b82c-78f0432bf078" providerId="ADAL" clId="{CF8F3AD9-308B-4F6B-8668-A7B9E0A4DE8C}" dt="2024-09-13T13:11:26.058" v="1338" actId="1076"/>
          <ac:picMkLst>
            <pc:docMk/>
            <pc:sldMk cId="2031437660" sldId="264"/>
            <ac:picMk id="16" creationId="{19A19E08-CF86-8891-E606-1003355FC09D}"/>
          </ac:picMkLst>
        </pc:picChg>
      </pc:sldChg>
      <pc:sldChg chg="addSp modSp new mod">
        <pc:chgData name="Jesper Rindom Jensen" userId="a310f5d1-ee7a-4c45-b82c-78f0432bf078" providerId="ADAL" clId="{CF8F3AD9-308B-4F6B-8668-A7B9E0A4DE8C}" dt="2024-09-13T13:17:43.725" v="1512" actId="1076"/>
        <pc:sldMkLst>
          <pc:docMk/>
          <pc:sldMk cId="3183609975" sldId="265"/>
        </pc:sldMkLst>
        <pc:spChg chg="mod">
          <ac:chgData name="Jesper Rindom Jensen" userId="a310f5d1-ee7a-4c45-b82c-78f0432bf078" providerId="ADAL" clId="{CF8F3AD9-308B-4F6B-8668-A7B9E0A4DE8C}" dt="2024-09-13T13:12:24.106" v="1368"/>
          <ac:spMkLst>
            <pc:docMk/>
            <pc:sldMk cId="3183609975" sldId="265"/>
            <ac:spMk id="2" creationId="{B325F8D9-07D5-D982-05CB-9009A4501518}"/>
          </ac:spMkLst>
        </pc:spChg>
        <pc:spChg chg="mod">
          <ac:chgData name="Jesper Rindom Jensen" userId="a310f5d1-ee7a-4c45-b82c-78f0432bf078" providerId="ADAL" clId="{CF8F3AD9-308B-4F6B-8668-A7B9E0A4DE8C}" dt="2024-09-13T13:15:09.248" v="1505" actId="20577"/>
          <ac:spMkLst>
            <pc:docMk/>
            <pc:sldMk cId="3183609975" sldId="265"/>
            <ac:spMk id="3" creationId="{1BDC7448-128C-534C-D629-8BCF71C33088}"/>
          </ac:spMkLst>
        </pc:spChg>
        <pc:picChg chg="add mod">
          <ac:chgData name="Jesper Rindom Jensen" userId="a310f5d1-ee7a-4c45-b82c-78f0432bf078" providerId="ADAL" clId="{CF8F3AD9-308B-4F6B-8668-A7B9E0A4DE8C}" dt="2024-09-13T13:12:53.556" v="1375" actId="1076"/>
          <ac:picMkLst>
            <pc:docMk/>
            <pc:sldMk cId="3183609975" sldId="265"/>
            <ac:picMk id="5" creationId="{017103BC-4D69-6C8B-5201-94314F5DEC42}"/>
          </ac:picMkLst>
        </pc:picChg>
        <pc:picChg chg="mod">
          <ac:chgData name="Jesper Rindom Jensen" userId="a310f5d1-ee7a-4c45-b82c-78f0432bf078" providerId="ADAL" clId="{CF8F3AD9-308B-4F6B-8668-A7B9E0A4DE8C}" dt="2024-09-13T13:13:54.768" v="1382" actId="1076"/>
          <ac:picMkLst>
            <pc:docMk/>
            <pc:sldMk cId="3183609975" sldId="265"/>
            <ac:picMk id="7" creationId="{8548B433-2B3C-E89B-3B98-F323C6D9F8F3}"/>
          </ac:picMkLst>
        </pc:picChg>
        <pc:picChg chg="mod">
          <ac:chgData name="Jesper Rindom Jensen" userId="a310f5d1-ee7a-4c45-b82c-78f0432bf078" providerId="ADAL" clId="{CF8F3AD9-308B-4F6B-8668-A7B9E0A4DE8C}" dt="2024-09-13T13:14:28.079" v="1417" actId="1038"/>
          <ac:picMkLst>
            <pc:docMk/>
            <pc:sldMk cId="3183609975" sldId="265"/>
            <ac:picMk id="9" creationId="{BEFBB63F-A732-5673-3231-221B05F5DFED}"/>
          </ac:picMkLst>
        </pc:picChg>
        <pc:picChg chg="mod">
          <ac:chgData name="Jesper Rindom Jensen" userId="a310f5d1-ee7a-4c45-b82c-78f0432bf078" providerId="ADAL" clId="{CF8F3AD9-308B-4F6B-8668-A7B9E0A4DE8C}" dt="2024-09-13T13:14:44.333" v="1432" actId="1037"/>
          <ac:picMkLst>
            <pc:docMk/>
            <pc:sldMk cId="3183609975" sldId="265"/>
            <ac:picMk id="11" creationId="{11E3D6B7-7832-177F-AD99-59914D7C32C4}"/>
          </ac:picMkLst>
        </pc:picChg>
        <pc:picChg chg="mod">
          <ac:chgData name="Jesper Rindom Jensen" userId="a310f5d1-ee7a-4c45-b82c-78f0432bf078" providerId="ADAL" clId="{CF8F3AD9-308B-4F6B-8668-A7B9E0A4DE8C}" dt="2024-09-13T13:17:43.725" v="1512" actId="1076"/>
          <ac:picMkLst>
            <pc:docMk/>
            <pc:sldMk cId="3183609975" sldId="265"/>
            <ac:picMk id="13" creationId="{6207E343-5CD1-3311-C35E-1D29AEE5490E}"/>
          </ac:picMkLst>
        </pc:picChg>
      </pc:sldChg>
      <pc:sldChg chg="delSp modSp new mod">
        <pc:chgData name="Jesper Rindom Jensen" userId="a310f5d1-ee7a-4c45-b82c-78f0432bf078" providerId="ADAL" clId="{CF8F3AD9-308B-4F6B-8668-A7B9E0A4DE8C}" dt="2024-09-13T13:26:00.258" v="1692" actId="1076"/>
        <pc:sldMkLst>
          <pc:docMk/>
          <pc:sldMk cId="556464274" sldId="266"/>
        </pc:sldMkLst>
        <pc:spChg chg="mod">
          <ac:chgData name="Jesper Rindom Jensen" userId="a310f5d1-ee7a-4c45-b82c-78f0432bf078" providerId="ADAL" clId="{CF8F3AD9-308B-4F6B-8668-A7B9E0A4DE8C}" dt="2024-09-13T13:19:29.969" v="1514"/>
          <ac:spMkLst>
            <pc:docMk/>
            <pc:sldMk cId="556464274" sldId="266"/>
            <ac:spMk id="2" creationId="{1FE1419E-BFCF-CF00-AC62-DD91484CAA4C}"/>
          </ac:spMkLst>
        </pc:spChg>
        <pc:spChg chg="mod">
          <ac:chgData name="Jesper Rindom Jensen" userId="a310f5d1-ee7a-4c45-b82c-78f0432bf078" providerId="ADAL" clId="{CF8F3AD9-308B-4F6B-8668-A7B9E0A4DE8C}" dt="2024-09-13T13:25:13.650" v="1677" actId="114"/>
          <ac:spMkLst>
            <pc:docMk/>
            <pc:sldMk cId="556464274" sldId="266"/>
            <ac:spMk id="3" creationId="{B813B280-DB3A-E3BA-C379-7E1BB7B3C8FD}"/>
          </ac:spMkLst>
        </pc:spChg>
        <pc:picChg chg="mod">
          <ac:chgData name="Jesper Rindom Jensen" userId="a310f5d1-ee7a-4c45-b82c-78f0432bf078" providerId="ADAL" clId="{CF8F3AD9-308B-4F6B-8668-A7B9E0A4DE8C}" dt="2024-09-13T13:20:34.627" v="1526" actId="1076"/>
          <ac:picMkLst>
            <pc:docMk/>
            <pc:sldMk cId="556464274" sldId="266"/>
            <ac:picMk id="5" creationId="{CA4817B7-97C7-0A8D-FE58-697AD8214724}"/>
          </ac:picMkLst>
        </pc:picChg>
        <pc:picChg chg="del mod">
          <ac:chgData name="Jesper Rindom Jensen" userId="a310f5d1-ee7a-4c45-b82c-78f0432bf078" providerId="ADAL" clId="{CF8F3AD9-308B-4F6B-8668-A7B9E0A4DE8C}" dt="2024-09-13T13:21:24.906" v="1543" actId="478"/>
          <ac:picMkLst>
            <pc:docMk/>
            <pc:sldMk cId="556464274" sldId="266"/>
            <ac:picMk id="7" creationId="{94C35E1E-D9F3-A897-1F0B-21B10EAB1F67}"/>
          </ac:picMkLst>
        </pc:picChg>
        <pc:picChg chg="del mod ord">
          <ac:chgData name="Jesper Rindom Jensen" userId="a310f5d1-ee7a-4c45-b82c-78f0432bf078" providerId="ADAL" clId="{CF8F3AD9-308B-4F6B-8668-A7B9E0A4DE8C}" dt="2024-09-13T13:21:32.295" v="1544" actId="478"/>
          <ac:picMkLst>
            <pc:docMk/>
            <pc:sldMk cId="556464274" sldId="266"/>
            <ac:picMk id="9" creationId="{E8779D2A-23E7-DD30-ED9E-0EE39CDC280A}"/>
          </ac:picMkLst>
        </pc:picChg>
        <pc:picChg chg="del mod">
          <ac:chgData name="Jesper Rindom Jensen" userId="a310f5d1-ee7a-4c45-b82c-78f0432bf078" providerId="ADAL" clId="{CF8F3AD9-308B-4F6B-8668-A7B9E0A4DE8C}" dt="2024-09-13T13:21:49.260" v="1563" actId="478"/>
          <ac:picMkLst>
            <pc:docMk/>
            <pc:sldMk cId="556464274" sldId="266"/>
            <ac:picMk id="11" creationId="{4C84D2B8-C65F-8F59-9A24-DD1C42600427}"/>
          </ac:picMkLst>
        </pc:picChg>
        <pc:picChg chg="mod ord">
          <ac:chgData name="Jesper Rindom Jensen" userId="a310f5d1-ee7a-4c45-b82c-78f0432bf078" providerId="ADAL" clId="{CF8F3AD9-308B-4F6B-8668-A7B9E0A4DE8C}" dt="2024-09-13T13:21:49.260" v="1562" actId="108"/>
          <ac:picMkLst>
            <pc:docMk/>
            <pc:sldMk cId="556464274" sldId="266"/>
            <ac:picMk id="13" creationId="{AF8367A3-AC9F-7669-1706-C9BE6BD171C2}"/>
          </ac:picMkLst>
        </pc:picChg>
        <pc:picChg chg="mod">
          <ac:chgData name="Jesper Rindom Jensen" userId="a310f5d1-ee7a-4c45-b82c-78f0432bf078" providerId="ADAL" clId="{CF8F3AD9-308B-4F6B-8668-A7B9E0A4DE8C}" dt="2024-09-13T13:23:08.533" v="1639" actId="1035"/>
          <ac:picMkLst>
            <pc:docMk/>
            <pc:sldMk cId="556464274" sldId="266"/>
            <ac:picMk id="15" creationId="{539D6AB8-555B-77C9-5B31-EDD26A8028D9}"/>
          </ac:picMkLst>
        </pc:picChg>
        <pc:picChg chg="mod">
          <ac:chgData name="Jesper Rindom Jensen" userId="a310f5d1-ee7a-4c45-b82c-78f0432bf078" providerId="ADAL" clId="{CF8F3AD9-308B-4F6B-8668-A7B9E0A4DE8C}" dt="2024-09-13T13:24:33.806" v="1658" actId="1076"/>
          <ac:picMkLst>
            <pc:docMk/>
            <pc:sldMk cId="556464274" sldId="266"/>
            <ac:picMk id="17" creationId="{832398A0-C61B-80D6-FDF0-1E7FB0CCCBF0}"/>
          </ac:picMkLst>
        </pc:picChg>
        <pc:picChg chg="mod">
          <ac:chgData name="Jesper Rindom Jensen" userId="a310f5d1-ee7a-4c45-b82c-78f0432bf078" providerId="ADAL" clId="{CF8F3AD9-308B-4F6B-8668-A7B9E0A4DE8C}" dt="2024-09-13T13:25:00.812" v="1673" actId="1076"/>
          <ac:picMkLst>
            <pc:docMk/>
            <pc:sldMk cId="556464274" sldId="266"/>
            <ac:picMk id="19" creationId="{E3C82FEA-0253-C105-DC99-15BA998B9288}"/>
          </ac:picMkLst>
        </pc:picChg>
        <pc:picChg chg="del mod">
          <ac:chgData name="Jesper Rindom Jensen" userId="a310f5d1-ee7a-4c45-b82c-78f0432bf078" providerId="ADAL" clId="{CF8F3AD9-308B-4F6B-8668-A7B9E0A4DE8C}" dt="2024-09-13T13:25:46.827" v="1685" actId="478"/>
          <ac:picMkLst>
            <pc:docMk/>
            <pc:sldMk cId="556464274" sldId="266"/>
            <ac:picMk id="21" creationId="{4CEC377D-BAE3-C8DE-FABC-D3755797440C}"/>
          </ac:picMkLst>
        </pc:picChg>
        <pc:picChg chg="mod">
          <ac:chgData name="Jesper Rindom Jensen" userId="a310f5d1-ee7a-4c45-b82c-78f0432bf078" providerId="ADAL" clId="{CF8F3AD9-308B-4F6B-8668-A7B9E0A4DE8C}" dt="2024-09-13T13:26:00.258" v="1692" actId="1076"/>
          <ac:picMkLst>
            <pc:docMk/>
            <pc:sldMk cId="556464274" sldId="266"/>
            <ac:picMk id="23" creationId="{71C48904-847A-ADCF-B9F0-040EB388D731}"/>
          </ac:picMkLst>
        </pc:picChg>
      </pc:sldChg>
      <pc:sldChg chg="delSp modSp new mod">
        <pc:chgData name="Jesper Rindom Jensen" userId="a310f5d1-ee7a-4c45-b82c-78f0432bf078" providerId="ADAL" clId="{CF8F3AD9-308B-4F6B-8668-A7B9E0A4DE8C}" dt="2024-09-16T05:54:41.331" v="2648" actId="478"/>
        <pc:sldMkLst>
          <pc:docMk/>
          <pc:sldMk cId="1922767698" sldId="267"/>
        </pc:sldMkLst>
        <pc:spChg chg="mod">
          <ac:chgData name="Jesper Rindom Jensen" userId="a310f5d1-ee7a-4c45-b82c-78f0432bf078" providerId="ADAL" clId="{CF8F3AD9-308B-4F6B-8668-A7B9E0A4DE8C}" dt="2024-09-13T13:26:07.838" v="1694"/>
          <ac:spMkLst>
            <pc:docMk/>
            <pc:sldMk cId="1922767698" sldId="267"/>
            <ac:spMk id="2" creationId="{733C5835-4A4C-4486-5734-A749A2E8CE66}"/>
          </ac:spMkLst>
        </pc:spChg>
        <pc:spChg chg="mod">
          <ac:chgData name="Jesper Rindom Jensen" userId="a310f5d1-ee7a-4c45-b82c-78f0432bf078" providerId="ADAL" clId="{CF8F3AD9-308B-4F6B-8668-A7B9E0A4DE8C}" dt="2024-09-13T13:30:14.699" v="1762" actId="113"/>
          <ac:spMkLst>
            <pc:docMk/>
            <pc:sldMk cId="1922767698" sldId="267"/>
            <ac:spMk id="3" creationId="{6D1B41A4-BA04-530A-6F07-3BCFC09C65B8}"/>
          </ac:spMkLst>
        </pc:spChg>
        <pc:picChg chg="del mod">
          <ac:chgData name="Jesper Rindom Jensen" userId="a310f5d1-ee7a-4c45-b82c-78f0432bf078" providerId="ADAL" clId="{CF8F3AD9-308B-4F6B-8668-A7B9E0A4DE8C}" dt="2024-09-16T05:54:41.331" v="2648" actId="478"/>
          <ac:picMkLst>
            <pc:docMk/>
            <pc:sldMk cId="1922767698" sldId="267"/>
            <ac:picMk id="5" creationId="{3F6B8E35-922C-DA74-4C87-51F45404BA40}"/>
          </ac:picMkLst>
        </pc:picChg>
        <pc:picChg chg="mod ord">
          <ac:chgData name="Jesper Rindom Jensen" userId="a310f5d1-ee7a-4c45-b82c-78f0432bf078" providerId="ADAL" clId="{CF8F3AD9-308B-4F6B-8668-A7B9E0A4DE8C}" dt="2024-09-16T05:54:41.330" v="2647" actId="108"/>
          <ac:picMkLst>
            <pc:docMk/>
            <pc:sldMk cId="1922767698" sldId="267"/>
            <ac:picMk id="6" creationId="{FF031F18-4BD3-6260-FCA1-3E3255DB8FB6}"/>
          </ac:picMkLst>
        </pc:picChg>
        <pc:picChg chg="mod">
          <ac:chgData name="Jesper Rindom Jensen" userId="a310f5d1-ee7a-4c45-b82c-78f0432bf078" providerId="ADAL" clId="{CF8F3AD9-308B-4F6B-8668-A7B9E0A4DE8C}" dt="2024-09-13T13:28:44.406" v="1709" actId="1076"/>
          <ac:picMkLst>
            <pc:docMk/>
            <pc:sldMk cId="1922767698" sldId="267"/>
            <ac:picMk id="7" creationId="{01224A3C-233B-6D0C-3A42-8849C89506F3}"/>
          </ac:picMkLst>
        </pc:picChg>
        <pc:picChg chg="mod">
          <ac:chgData name="Jesper Rindom Jensen" userId="a310f5d1-ee7a-4c45-b82c-78f0432bf078" providerId="ADAL" clId="{CF8F3AD9-308B-4F6B-8668-A7B9E0A4DE8C}" dt="2024-09-13T13:30:01.893" v="1754" actId="1035"/>
          <ac:picMkLst>
            <pc:docMk/>
            <pc:sldMk cId="1922767698" sldId="267"/>
            <ac:picMk id="9" creationId="{2A692C30-EBC2-20AD-32AE-1152AB81E719}"/>
          </ac:picMkLst>
        </pc:picChg>
        <pc:picChg chg="mod">
          <ac:chgData name="Jesper Rindom Jensen" userId="a310f5d1-ee7a-4c45-b82c-78f0432bf078" providerId="ADAL" clId="{CF8F3AD9-308B-4F6B-8668-A7B9E0A4DE8C}" dt="2024-09-13T13:30:00.130" v="1751" actId="1076"/>
          <ac:picMkLst>
            <pc:docMk/>
            <pc:sldMk cId="1922767698" sldId="267"/>
            <ac:picMk id="11" creationId="{BD9DC860-75C5-628B-4EAC-FE92BD227AB3}"/>
          </ac:picMkLst>
        </pc:picChg>
        <pc:picChg chg="mod">
          <ac:chgData name="Jesper Rindom Jensen" userId="a310f5d1-ee7a-4c45-b82c-78f0432bf078" providerId="ADAL" clId="{CF8F3AD9-308B-4F6B-8668-A7B9E0A4DE8C}" dt="2024-09-13T13:31:06.332" v="1769" actId="1076"/>
          <ac:picMkLst>
            <pc:docMk/>
            <pc:sldMk cId="1922767698" sldId="267"/>
            <ac:picMk id="13" creationId="{BF2AD846-FAA0-6400-E47B-B94098E63E4B}"/>
          </ac:picMkLst>
        </pc:picChg>
      </pc:sldChg>
      <pc:sldChg chg="delSp modSp new mod">
        <pc:chgData name="Jesper Rindom Jensen" userId="a310f5d1-ee7a-4c45-b82c-78f0432bf078" providerId="ADAL" clId="{CF8F3AD9-308B-4F6B-8668-A7B9E0A4DE8C}" dt="2024-09-16T05:55:34.373" v="2663" actId="478"/>
        <pc:sldMkLst>
          <pc:docMk/>
          <pc:sldMk cId="390886599" sldId="268"/>
        </pc:sldMkLst>
        <pc:spChg chg="mod">
          <ac:chgData name="Jesper Rindom Jensen" userId="a310f5d1-ee7a-4c45-b82c-78f0432bf078" providerId="ADAL" clId="{CF8F3AD9-308B-4F6B-8668-A7B9E0A4DE8C}" dt="2024-09-13T13:31:16.268" v="1771"/>
          <ac:spMkLst>
            <pc:docMk/>
            <pc:sldMk cId="390886599" sldId="268"/>
            <ac:spMk id="2" creationId="{12789BD0-120E-726E-F2C9-A86D0F58E958}"/>
          </ac:spMkLst>
        </pc:spChg>
        <pc:spChg chg="mod">
          <ac:chgData name="Jesper Rindom Jensen" userId="a310f5d1-ee7a-4c45-b82c-78f0432bf078" providerId="ADAL" clId="{CF8F3AD9-308B-4F6B-8668-A7B9E0A4DE8C}" dt="2024-09-13T13:37:38.126" v="1895"/>
          <ac:spMkLst>
            <pc:docMk/>
            <pc:sldMk cId="390886599" sldId="268"/>
            <ac:spMk id="3" creationId="{AE4C5F62-C318-8B1F-E365-50E63FFF79C7}"/>
          </ac:spMkLst>
        </pc:spChg>
        <pc:picChg chg="mod">
          <ac:chgData name="Jesper Rindom Jensen" userId="a310f5d1-ee7a-4c45-b82c-78f0432bf078" providerId="ADAL" clId="{CF8F3AD9-308B-4F6B-8668-A7B9E0A4DE8C}" dt="2024-09-13T13:32:10.232" v="1780" actId="1076"/>
          <ac:picMkLst>
            <pc:docMk/>
            <pc:sldMk cId="390886599" sldId="268"/>
            <ac:picMk id="5" creationId="{BAA65D78-E6A7-5790-E50E-B4AF2F120517}"/>
          </ac:picMkLst>
        </pc:picChg>
        <pc:picChg chg="mod ord">
          <ac:chgData name="Jesper Rindom Jensen" userId="a310f5d1-ee7a-4c45-b82c-78f0432bf078" providerId="ADAL" clId="{CF8F3AD9-308B-4F6B-8668-A7B9E0A4DE8C}" dt="2024-09-16T05:55:34.373" v="2662" actId="108"/>
          <ac:picMkLst>
            <pc:docMk/>
            <pc:sldMk cId="390886599" sldId="268"/>
            <ac:picMk id="6" creationId="{F4A6C19C-76C2-6F1E-3D44-2E7FE944CCB4}"/>
          </ac:picMkLst>
        </pc:picChg>
        <pc:picChg chg="mod">
          <ac:chgData name="Jesper Rindom Jensen" userId="a310f5d1-ee7a-4c45-b82c-78f0432bf078" providerId="ADAL" clId="{CF8F3AD9-308B-4F6B-8668-A7B9E0A4DE8C}" dt="2024-09-13T13:32:45.106" v="1806" actId="1076"/>
          <ac:picMkLst>
            <pc:docMk/>
            <pc:sldMk cId="390886599" sldId="268"/>
            <ac:picMk id="7" creationId="{16FBE631-2AD8-2B7F-393A-6FD51A550335}"/>
          </ac:picMkLst>
        </pc:picChg>
        <pc:picChg chg="del mod">
          <ac:chgData name="Jesper Rindom Jensen" userId="a310f5d1-ee7a-4c45-b82c-78f0432bf078" providerId="ADAL" clId="{CF8F3AD9-308B-4F6B-8668-A7B9E0A4DE8C}" dt="2024-09-16T05:55:34.373" v="2663" actId="478"/>
          <ac:picMkLst>
            <pc:docMk/>
            <pc:sldMk cId="390886599" sldId="268"/>
            <ac:picMk id="9" creationId="{56061909-A51F-DA6B-515F-0E61DB30139E}"/>
          </ac:picMkLst>
        </pc:picChg>
        <pc:picChg chg="mod">
          <ac:chgData name="Jesper Rindom Jensen" userId="a310f5d1-ee7a-4c45-b82c-78f0432bf078" providerId="ADAL" clId="{CF8F3AD9-308B-4F6B-8668-A7B9E0A4DE8C}" dt="2024-09-13T13:35:37.673" v="1881" actId="1036"/>
          <ac:picMkLst>
            <pc:docMk/>
            <pc:sldMk cId="390886599" sldId="268"/>
            <ac:picMk id="11" creationId="{50BE8618-943E-B5F3-005E-827564860382}"/>
          </ac:picMkLst>
        </pc:picChg>
        <pc:picChg chg="mod">
          <ac:chgData name="Jesper Rindom Jensen" userId="a310f5d1-ee7a-4c45-b82c-78f0432bf078" providerId="ADAL" clId="{CF8F3AD9-308B-4F6B-8668-A7B9E0A4DE8C}" dt="2024-09-13T13:37:30.349" v="1892" actId="1037"/>
          <ac:picMkLst>
            <pc:docMk/>
            <pc:sldMk cId="390886599" sldId="268"/>
            <ac:picMk id="13" creationId="{08DAD41A-7B3A-10E9-4425-045730D87926}"/>
          </ac:picMkLst>
        </pc:picChg>
        <pc:picChg chg="mod">
          <ac:chgData name="Jesper Rindom Jensen" userId="a310f5d1-ee7a-4c45-b82c-78f0432bf078" providerId="ADAL" clId="{CF8F3AD9-308B-4F6B-8668-A7B9E0A4DE8C}" dt="2024-09-13T13:38:15.461" v="1902" actId="1076"/>
          <ac:picMkLst>
            <pc:docMk/>
            <pc:sldMk cId="390886599" sldId="268"/>
            <ac:picMk id="15" creationId="{E6225357-C2C2-81D2-66EF-4F55C0D06B1C}"/>
          </ac:picMkLst>
        </pc:picChg>
      </pc:sldChg>
      <pc:sldChg chg="addSp modSp new mod">
        <pc:chgData name="Jesper Rindom Jensen" userId="a310f5d1-ee7a-4c45-b82c-78f0432bf078" providerId="ADAL" clId="{CF8F3AD9-308B-4F6B-8668-A7B9E0A4DE8C}" dt="2024-09-13T13:44:20.048" v="2071" actId="20577"/>
        <pc:sldMkLst>
          <pc:docMk/>
          <pc:sldMk cId="3549092384" sldId="269"/>
        </pc:sldMkLst>
        <pc:spChg chg="mod">
          <ac:chgData name="Jesper Rindom Jensen" userId="a310f5d1-ee7a-4c45-b82c-78f0432bf078" providerId="ADAL" clId="{CF8F3AD9-308B-4F6B-8668-A7B9E0A4DE8C}" dt="2024-09-13T13:38:24.154" v="1904"/>
          <ac:spMkLst>
            <pc:docMk/>
            <pc:sldMk cId="3549092384" sldId="269"/>
            <ac:spMk id="2" creationId="{2CE5CBC7-8947-0224-3287-660635A9FE1C}"/>
          </ac:spMkLst>
        </pc:spChg>
        <pc:spChg chg="mod">
          <ac:chgData name="Jesper Rindom Jensen" userId="a310f5d1-ee7a-4c45-b82c-78f0432bf078" providerId="ADAL" clId="{CF8F3AD9-308B-4F6B-8668-A7B9E0A4DE8C}" dt="2024-09-13T13:44:20.048" v="2071" actId="20577"/>
          <ac:spMkLst>
            <pc:docMk/>
            <pc:sldMk cId="3549092384" sldId="269"/>
            <ac:spMk id="3" creationId="{80C6E54C-9CBF-7607-3E52-11CB8BC67FBD}"/>
          </ac:spMkLst>
        </pc:spChg>
        <pc:spChg chg="add mod">
          <ac:chgData name="Jesper Rindom Jensen" userId="a310f5d1-ee7a-4c45-b82c-78f0432bf078" providerId="ADAL" clId="{CF8F3AD9-308B-4F6B-8668-A7B9E0A4DE8C}" dt="2024-09-13T13:40:33.319" v="1940" actId="1076"/>
          <ac:spMkLst>
            <pc:docMk/>
            <pc:sldMk cId="3549092384" sldId="269"/>
            <ac:spMk id="9" creationId="{E63FB900-F698-11B3-91FF-F164ACDAEE4D}"/>
          </ac:spMkLst>
        </pc:spChg>
        <pc:picChg chg="mod">
          <ac:chgData name="Jesper Rindom Jensen" userId="a310f5d1-ee7a-4c45-b82c-78f0432bf078" providerId="ADAL" clId="{CF8F3AD9-308B-4F6B-8668-A7B9E0A4DE8C}" dt="2024-09-13T13:40:04.707" v="1917" actId="1076"/>
          <ac:picMkLst>
            <pc:docMk/>
            <pc:sldMk cId="3549092384" sldId="269"/>
            <ac:picMk id="5" creationId="{7CDB843E-D6C5-5330-A367-A8E95910A715}"/>
          </ac:picMkLst>
        </pc:picChg>
        <pc:picChg chg="mod">
          <ac:chgData name="Jesper Rindom Jensen" userId="a310f5d1-ee7a-4c45-b82c-78f0432bf078" providerId="ADAL" clId="{CF8F3AD9-308B-4F6B-8668-A7B9E0A4DE8C}" dt="2024-09-13T13:41:37.283" v="1952" actId="1076"/>
          <ac:picMkLst>
            <pc:docMk/>
            <pc:sldMk cId="3549092384" sldId="269"/>
            <ac:picMk id="11" creationId="{8F2AA281-6221-34FA-B0F5-AC359B6A202F}"/>
          </ac:picMkLst>
        </pc:picChg>
        <pc:cxnChg chg="add mod">
          <ac:chgData name="Jesper Rindom Jensen" userId="a310f5d1-ee7a-4c45-b82c-78f0432bf078" providerId="ADAL" clId="{CF8F3AD9-308B-4F6B-8668-A7B9E0A4DE8C}" dt="2024-09-13T13:40:15.019" v="1919" actId="14100"/>
          <ac:cxnSpMkLst>
            <pc:docMk/>
            <pc:sldMk cId="3549092384" sldId="269"/>
            <ac:cxnSpMk id="7" creationId="{C8DE79B8-1E6D-3E1E-7CC1-2F7B61C04857}"/>
          </ac:cxnSpMkLst>
        </pc:cxnChg>
      </pc:sldChg>
      <pc:sldChg chg="delSp modSp new mod">
        <pc:chgData name="Jesper Rindom Jensen" userId="a310f5d1-ee7a-4c45-b82c-78f0432bf078" providerId="ADAL" clId="{CF8F3AD9-308B-4F6B-8668-A7B9E0A4DE8C}" dt="2024-09-13T13:49:32.881" v="2141" actId="1076"/>
        <pc:sldMkLst>
          <pc:docMk/>
          <pc:sldMk cId="3800105383" sldId="270"/>
        </pc:sldMkLst>
        <pc:spChg chg="mod">
          <ac:chgData name="Jesper Rindom Jensen" userId="a310f5d1-ee7a-4c45-b82c-78f0432bf078" providerId="ADAL" clId="{CF8F3AD9-308B-4F6B-8668-A7B9E0A4DE8C}" dt="2024-09-13T13:44:37.380" v="2073"/>
          <ac:spMkLst>
            <pc:docMk/>
            <pc:sldMk cId="3800105383" sldId="270"/>
            <ac:spMk id="2" creationId="{B5E4512F-6353-0CB7-86F6-F156E99B1936}"/>
          </ac:spMkLst>
        </pc:spChg>
        <pc:spChg chg="mod">
          <ac:chgData name="Jesper Rindom Jensen" userId="a310f5d1-ee7a-4c45-b82c-78f0432bf078" providerId="ADAL" clId="{CF8F3AD9-308B-4F6B-8668-A7B9E0A4DE8C}" dt="2024-09-13T13:48:35.604" v="2134" actId="27636"/>
          <ac:spMkLst>
            <pc:docMk/>
            <pc:sldMk cId="3800105383" sldId="270"/>
            <ac:spMk id="3" creationId="{262543D5-61AA-592B-66C2-2251E4E938A0}"/>
          </ac:spMkLst>
        </pc:spChg>
        <pc:picChg chg="mod">
          <ac:chgData name="Jesper Rindom Jensen" userId="a310f5d1-ee7a-4c45-b82c-78f0432bf078" providerId="ADAL" clId="{CF8F3AD9-308B-4F6B-8668-A7B9E0A4DE8C}" dt="2024-09-13T13:45:47.529" v="2081" actId="1076"/>
          <ac:picMkLst>
            <pc:docMk/>
            <pc:sldMk cId="3800105383" sldId="270"/>
            <ac:picMk id="5" creationId="{16DC58FA-26AC-1100-D1C5-B05AE68C7F47}"/>
          </ac:picMkLst>
        </pc:picChg>
        <pc:picChg chg="mod">
          <ac:chgData name="Jesper Rindom Jensen" userId="a310f5d1-ee7a-4c45-b82c-78f0432bf078" providerId="ADAL" clId="{CF8F3AD9-308B-4F6B-8668-A7B9E0A4DE8C}" dt="2024-09-13T13:46:11.103" v="2088" actId="1076"/>
          <ac:picMkLst>
            <pc:docMk/>
            <pc:sldMk cId="3800105383" sldId="270"/>
            <ac:picMk id="7" creationId="{B8E85868-C925-6640-EC67-4B91F460C968}"/>
          </ac:picMkLst>
        </pc:picChg>
        <pc:picChg chg="del mod">
          <ac:chgData name="Jesper Rindom Jensen" userId="a310f5d1-ee7a-4c45-b82c-78f0432bf078" providerId="ADAL" clId="{CF8F3AD9-308B-4F6B-8668-A7B9E0A4DE8C}" dt="2024-09-13T13:47:10.641" v="2107" actId="478"/>
          <ac:picMkLst>
            <pc:docMk/>
            <pc:sldMk cId="3800105383" sldId="270"/>
            <ac:picMk id="9" creationId="{01D231B0-2A79-BCB8-2B2C-A41E969215CE}"/>
          </ac:picMkLst>
        </pc:picChg>
        <pc:picChg chg="mod ord">
          <ac:chgData name="Jesper Rindom Jensen" userId="a310f5d1-ee7a-4c45-b82c-78f0432bf078" providerId="ADAL" clId="{CF8F3AD9-308B-4F6B-8668-A7B9E0A4DE8C}" dt="2024-09-13T13:47:18.773" v="2109" actId="1076"/>
          <ac:picMkLst>
            <pc:docMk/>
            <pc:sldMk cId="3800105383" sldId="270"/>
            <ac:picMk id="11" creationId="{115FC82F-9692-BD07-B6D3-295421CB1644}"/>
          </ac:picMkLst>
        </pc:picChg>
        <pc:picChg chg="mod">
          <ac:chgData name="Jesper Rindom Jensen" userId="a310f5d1-ee7a-4c45-b82c-78f0432bf078" providerId="ADAL" clId="{CF8F3AD9-308B-4F6B-8668-A7B9E0A4DE8C}" dt="2024-09-13T13:49:32.881" v="2141" actId="1076"/>
          <ac:picMkLst>
            <pc:docMk/>
            <pc:sldMk cId="3800105383" sldId="270"/>
            <ac:picMk id="13" creationId="{51CC20D2-519D-6E4E-F991-85379DC467C1}"/>
          </ac:picMkLst>
        </pc:picChg>
      </pc:sldChg>
      <pc:sldChg chg="modSp new mod">
        <pc:chgData name="Jesper Rindom Jensen" userId="a310f5d1-ee7a-4c45-b82c-78f0432bf078" providerId="ADAL" clId="{CF8F3AD9-308B-4F6B-8668-A7B9E0A4DE8C}" dt="2024-09-13T13:55:22.642" v="2241" actId="1076"/>
        <pc:sldMkLst>
          <pc:docMk/>
          <pc:sldMk cId="3065157747" sldId="271"/>
        </pc:sldMkLst>
        <pc:spChg chg="mod">
          <ac:chgData name="Jesper Rindom Jensen" userId="a310f5d1-ee7a-4c45-b82c-78f0432bf078" providerId="ADAL" clId="{CF8F3AD9-308B-4F6B-8668-A7B9E0A4DE8C}" dt="2024-09-13T13:49:40.863" v="2143"/>
          <ac:spMkLst>
            <pc:docMk/>
            <pc:sldMk cId="3065157747" sldId="271"/>
            <ac:spMk id="2" creationId="{25AD4B72-8F92-5A23-DCD0-2F13A6AE4AE9}"/>
          </ac:spMkLst>
        </pc:spChg>
        <pc:spChg chg="mod">
          <ac:chgData name="Jesper Rindom Jensen" userId="a310f5d1-ee7a-4c45-b82c-78f0432bf078" providerId="ADAL" clId="{CF8F3AD9-308B-4F6B-8668-A7B9E0A4DE8C}" dt="2024-09-13T13:54:40.043" v="2234" actId="113"/>
          <ac:spMkLst>
            <pc:docMk/>
            <pc:sldMk cId="3065157747" sldId="271"/>
            <ac:spMk id="3" creationId="{C896CBF9-B063-B446-9D57-768264782FB0}"/>
          </ac:spMkLst>
        </pc:spChg>
        <pc:picChg chg="mod">
          <ac:chgData name="Jesper Rindom Jensen" userId="a310f5d1-ee7a-4c45-b82c-78f0432bf078" providerId="ADAL" clId="{CF8F3AD9-308B-4F6B-8668-A7B9E0A4DE8C}" dt="2024-09-13T13:52:54.388" v="2167" actId="1076"/>
          <ac:picMkLst>
            <pc:docMk/>
            <pc:sldMk cId="3065157747" sldId="271"/>
            <ac:picMk id="5" creationId="{CCDA5A96-4008-4694-FA1C-E3D2DB594549}"/>
          </ac:picMkLst>
        </pc:picChg>
        <pc:picChg chg="mod">
          <ac:chgData name="Jesper Rindom Jensen" userId="a310f5d1-ee7a-4c45-b82c-78f0432bf078" providerId="ADAL" clId="{CF8F3AD9-308B-4F6B-8668-A7B9E0A4DE8C}" dt="2024-09-13T13:51:29.868" v="2159" actId="1076"/>
          <ac:picMkLst>
            <pc:docMk/>
            <pc:sldMk cId="3065157747" sldId="271"/>
            <ac:picMk id="7" creationId="{9D096142-C4E6-5053-F767-D76F33EC98B4}"/>
          </ac:picMkLst>
        </pc:picChg>
        <pc:picChg chg="mod">
          <ac:chgData name="Jesper Rindom Jensen" userId="a310f5d1-ee7a-4c45-b82c-78f0432bf078" providerId="ADAL" clId="{CF8F3AD9-308B-4F6B-8668-A7B9E0A4DE8C}" dt="2024-09-13T13:52:50.572" v="2166" actId="1076"/>
          <ac:picMkLst>
            <pc:docMk/>
            <pc:sldMk cId="3065157747" sldId="271"/>
            <ac:picMk id="9" creationId="{2874C971-EBEA-CC41-07FF-7AEED1C10FD5}"/>
          </ac:picMkLst>
        </pc:picChg>
        <pc:picChg chg="mod">
          <ac:chgData name="Jesper Rindom Jensen" userId="a310f5d1-ee7a-4c45-b82c-78f0432bf078" providerId="ADAL" clId="{CF8F3AD9-308B-4F6B-8668-A7B9E0A4DE8C}" dt="2024-09-13T13:53:46.235" v="2204" actId="1035"/>
          <ac:picMkLst>
            <pc:docMk/>
            <pc:sldMk cId="3065157747" sldId="271"/>
            <ac:picMk id="11" creationId="{23909BC8-1258-733F-D516-5B609D5E2AFF}"/>
          </ac:picMkLst>
        </pc:picChg>
        <pc:picChg chg="mod">
          <ac:chgData name="Jesper Rindom Jensen" userId="a310f5d1-ee7a-4c45-b82c-78f0432bf078" providerId="ADAL" clId="{CF8F3AD9-308B-4F6B-8668-A7B9E0A4DE8C}" dt="2024-09-13T13:54:26.798" v="2211" actId="1076"/>
          <ac:picMkLst>
            <pc:docMk/>
            <pc:sldMk cId="3065157747" sldId="271"/>
            <ac:picMk id="13" creationId="{AB968183-E242-2291-D0FE-42F97A08EC0C}"/>
          </ac:picMkLst>
        </pc:picChg>
        <pc:picChg chg="mod">
          <ac:chgData name="Jesper Rindom Jensen" userId="a310f5d1-ee7a-4c45-b82c-78f0432bf078" providerId="ADAL" clId="{CF8F3AD9-308B-4F6B-8668-A7B9E0A4DE8C}" dt="2024-09-13T13:55:22.642" v="2241" actId="1076"/>
          <ac:picMkLst>
            <pc:docMk/>
            <pc:sldMk cId="3065157747" sldId="271"/>
            <ac:picMk id="15" creationId="{6FFF272E-B70E-1F5D-86CC-9BCCD32C3828}"/>
          </ac:picMkLst>
        </pc:picChg>
      </pc:sldChg>
      <pc:sldChg chg="modSp new mod">
        <pc:chgData name="Jesper Rindom Jensen" userId="a310f5d1-ee7a-4c45-b82c-78f0432bf078" providerId="ADAL" clId="{CF8F3AD9-308B-4F6B-8668-A7B9E0A4DE8C}" dt="2024-09-13T14:04:03.070" v="2393" actId="1076"/>
        <pc:sldMkLst>
          <pc:docMk/>
          <pc:sldMk cId="329437343" sldId="272"/>
        </pc:sldMkLst>
        <pc:spChg chg="mod">
          <ac:chgData name="Jesper Rindom Jensen" userId="a310f5d1-ee7a-4c45-b82c-78f0432bf078" providerId="ADAL" clId="{CF8F3AD9-308B-4F6B-8668-A7B9E0A4DE8C}" dt="2024-09-13T13:55:34.622" v="2244"/>
          <ac:spMkLst>
            <pc:docMk/>
            <pc:sldMk cId="329437343" sldId="272"/>
            <ac:spMk id="2" creationId="{7408B196-1FA5-62D9-1872-45E486DAE758}"/>
          </ac:spMkLst>
        </pc:spChg>
        <pc:spChg chg="mod">
          <ac:chgData name="Jesper Rindom Jensen" userId="a310f5d1-ee7a-4c45-b82c-78f0432bf078" providerId="ADAL" clId="{CF8F3AD9-308B-4F6B-8668-A7B9E0A4DE8C}" dt="2024-09-13T14:03:26.240" v="2386" actId="20577"/>
          <ac:spMkLst>
            <pc:docMk/>
            <pc:sldMk cId="329437343" sldId="272"/>
            <ac:spMk id="3" creationId="{814E3054-8DDA-11C3-E019-367260D94710}"/>
          </ac:spMkLst>
        </pc:spChg>
        <pc:picChg chg="mod">
          <ac:chgData name="Jesper Rindom Jensen" userId="a310f5d1-ee7a-4c45-b82c-78f0432bf078" providerId="ADAL" clId="{CF8F3AD9-308B-4F6B-8668-A7B9E0A4DE8C}" dt="2024-09-13T14:02:08.638" v="2301" actId="1076"/>
          <ac:picMkLst>
            <pc:docMk/>
            <pc:sldMk cId="329437343" sldId="272"/>
            <ac:picMk id="5" creationId="{CCF7FDA5-A1F6-C3CA-5134-614D47CC9658}"/>
          </ac:picMkLst>
        </pc:picChg>
        <pc:picChg chg="mod">
          <ac:chgData name="Jesper Rindom Jensen" userId="a310f5d1-ee7a-4c45-b82c-78f0432bf078" providerId="ADAL" clId="{CF8F3AD9-308B-4F6B-8668-A7B9E0A4DE8C}" dt="2024-09-13T14:02:14.777" v="2302" actId="1076"/>
          <ac:picMkLst>
            <pc:docMk/>
            <pc:sldMk cId="329437343" sldId="272"/>
            <ac:picMk id="7" creationId="{A81EF2E9-AC52-8B5F-5820-746885AB41D4}"/>
          </ac:picMkLst>
        </pc:picChg>
        <pc:picChg chg="mod">
          <ac:chgData name="Jesper Rindom Jensen" userId="a310f5d1-ee7a-4c45-b82c-78f0432bf078" providerId="ADAL" clId="{CF8F3AD9-308B-4F6B-8668-A7B9E0A4DE8C}" dt="2024-09-13T14:02:20.966" v="2303" actId="1076"/>
          <ac:picMkLst>
            <pc:docMk/>
            <pc:sldMk cId="329437343" sldId="272"/>
            <ac:picMk id="9" creationId="{A293214B-48D1-9306-7901-DB209A96D205}"/>
          </ac:picMkLst>
        </pc:picChg>
        <pc:picChg chg="mod">
          <ac:chgData name="Jesper Rindom Jensen" userId="a310f5d1-ee7a-4c45-b82c-78f0432bf078" providerId="ADAL" clId="{CF8F3AD9-308B-4F6B-8668-A7B9E0A4DE8C}" dt="2024-09-13T14:03:11.444" v="2329" actId="1076"/>
          <ac:picMkLst>
            <pc:docMk/>
            <pc:sldMk cId="329437343" sldId="272"/>
            <ac:picMk id="11" creationId="{986E6860-F9BD-5314-CFC4-672C184D4740}"/>
          </ac:picMkLst>
        </pc:picChg>
        <pc:picChg chg="mod">
          <ac:chgData name="Jesper Rindom Jensen" userId="a310f5d1-ee7a-4c45-b82c-78f0432bf078" providerId="ADAL" clId="{CF8F3AD9-308B-4F6B-8668-A7B9E0A4DE8C}" dt="2024-09-13T14:04:03.070" v="2393" actId="1076"/>
          <ac:picMkLst>
            <pc:docMk/>
            <pc:sldMk cId="329437343" sldId="272"/>
            <ac:picMk id="13" creationId="{6D2309AD-7DE3-3EB4-58CB-635CC86C735D}"/>
          </ac:picMkLst>
        </pc:picChg>
      </pc:sldChg>
      <pc:sldChg chg="addSp delSp modSp new mod setBg">
        <pc:chgData name="Jesper Rindom Jensen" userId="a310f5d1-ee7a-4c45-b82c-78f0432bf078" providerId="ADAL" clId="{CF8F3AD9-308B-4F6B-8668-A7B9E0A4DE8C}" dt="2024-09-13T14:05:44.872" v="2442" actId="27636"/>
        <pc:sldMkLst>
          <pc:docMk/>
          <pc:sldMk cId="728222645" sldId="273"/>
        </pc:sldMkLst>
        <pc:spChg chg="mod">
          <ac:chgData name="Jesper Rindom Jensen" userId="a310f5d1-ee7a-4c45-b82c-78f0432bf078" providerId="ADAL" clId="{CF8F3AD9-308B-4F6B-8668-A7B9E0A4DE8C}" dt="2024-09-13T14:04:46.425" v="2410" actId="26606"/>
          <ac:spMkLst>
            <pc:docMk/>
            <pc:sldMk cId="728222645" sldId="273"/>
            <ac:spMk id="2" creationId="{2153CEB4-5997-485E-4875-E591E77EEA03}"/>
          </ac:spMkLst>
        </pc:spChg>
        <pc:spChg chg="del mod">
          <ac:chgData name="Jesper Rindom Jensen" userId="a310f5d1-ee7a-4c45-b82c-78f0432bf078" providerId="ADAL" clId="{CF8F3AD9-308B-4F6B-8668-A7B9E0A4DE8C}" dt="2024-09-13T14:05:06.620" v="2416" actId="478"/>
          <ac:spMkLst>
            <pc:docMk/>
            <pc:sldMk cId="728222645" sldId="273"/>
            <ac:spMk id="3" creationId="{88E601EC-238D-343C-85D6-3B8C3654B4F7}"/>
          </ac:spMkLst>
        </pc:spChg>
        <pc:spChg chg="add mod">
          <ac:chgData name="Jesper Rindom Jensen" userId="a310f5d1-ee7a-4c45-b82c-78f0432bf078" providerId="ADAL" clId="{CF8F3AD9-308B-4F6B-8668-A7B9E0A4DE8C}" dt="2024-09-13T14:05:44.872" v="2442" actId="27636"/>
          <ac:spMkLst>
            <pc:docMk/>
            <pc:sldMk cId="728222645" sldId="273"/>
            <ac:spMk id="7" creationId="{FE270E41-3B44-5C0F-1779-EE5F719C2813}"/>
          </ac:spMkLst>
        </pc:spChg>
        <pc:spChg chg="add">
          <ac:chgData name="Jesper Rindom Jensen" userId="a310f5d1-ee7a-4c45-b82c-78f0432bf078" providerId="ADAL" clId="{CF8F3AD9-308B-4F6B-8668-A7B9E0A4DE8C}" dt="2024-09-13T14:04:46.425" v="2410" actId="26606"/>
          <ac:spMkLst>
            <pc:docMk/>
            <pc:sldMk cId="728222645" sldId="273"/>
            <ac:spMk id="10" creationId="{D1D34770-47A8-402C-AF23-2B653F2D88C1}"/>
          </ac:spMkLst>
        </pc:spChg>
        <pc:picChg chg="add mod">
          <ac:chgData name="Jesper Rindom Jensen" userId="a310f5d1-ee7a-4c45-b82c-78f0432bf078" providerId="ADAL" clId="{CF8F3AD9-308B-4F6B-8668-A7B9E0A4DE8C}" dt="2024-09-13T14:04:55.057" v="2412" actId="27614"/>
          <ac:picMkLst>
            <pc:docMk/>
            <pc:sldMk cId="728222645" sldId="273"/>
            <ac:picMk id="5" creationId="{FCBD1AA1-1E40-8950-8DD6-155DCB9C83C1}"/>
          </ac:picMkLst>
        </pc:picChg>
      </pc:sldChg>
      <pc:sldChg chg="modSp new mod">
        <pc:chgData name="Jesper Rindom Jensen" userId="a310f5d1-ee7a-4c45-b82c-78f0432bf078" providerId="ADAL" clId="{CF8F3AD9-308B-4F6B-8668-A7B9E0A4DE8C}" dt="2024-09-13T14:08:26.503" v="2498" actId="1076"/>
        <pc:sldMkLst>
          <pc:docMk/>
          <pc:sldMk cId="3169106399" sldId="274"/>
        </pc:sldMkLst>
        <pc:spChg chg="mod">
          <ac:chgData name="Jesper Rindom Jensen" userId="a310f5d1-ee7a-4c45-b82c-78f0432bf078" providerId="ADAL" clId="{CF8F3AD9-308B-4F6B-8668-A7B9E0A4DE8C}" dt="2024-09-13T14:05:55.755" v="2444"/>
          <ac:spMkLst>
            <pc:docMk/>
            <pc:sldMk cId="3169106399" sldId="274"/>
            <ac:spMk id="2" creationId="{75F6E064-C4B4-CC5E-C4E0-2553D6B335DE}"/>
          </ac:spMkLst>
        </pc:spChg>
        <pc:spChg chg="mod">
          <ac:chgData name="Jesper Rindom Jensen" userId="a310f5d1-ee7a-4c45-b82c-78f0432bf078" providerId="ADAL" clId="{CF8F3AD9-308B-4F6B-8668-A7B9E0A4DE8C}" dt="2024-09-13T14:07:39.845" v="2484" actId="113"/>
          <ac:spMkLst>
            <pc:docMk/>
            <pc:sldMk cId="3169106399" sldId="274"/>
            <ac:spMk id="3" creationId="{08356F84-FAB0-ECB0-A550-D64A04819DBD}"/>
          </ac:spMkLst>
        </pc:spChg>
        <pc:picChg chg="mod">
          <ac:chgData name="Jesper Rindom Jensen" userId="a310f5d1-ee7a-4c45-b82c-78f0432bf078" providerId="ADAL" clId="{CF8F3AD9-308B-4F6B-8668-A7B9E0A4DE8C}" dt="2024-09-13T14:08:01.643" v="2491" actId="1076"/>
          <ac:picMkLst>
            <pc:docMk/>
            <pc:sldMk cId="3169106399" sldId="274"/>
            <ac:picMk id="5" creationId="{15C64D47-F348-16D9-FDC2-33C2F3BDC3B6}"/>
          </ac:picMkLst>
        </pc:picChg>
        <pc:picChg chg="mod">
          <ac:chgData name="Jesper Rindom Jensen" userId="a310f5d1-ee7a-4c45-b82c-78f0432bf078" providerId="ADAL" clId="{CF8F3AD9-308B-4F6B-8668-A7B9E0A4DE8C}" dt="2024-09-13T14:08:26.503" v="2498" actId="1076"/>
          <ac:picMkLst>
            <pc:docMk/>
            <pc:sldMk cId="3169106399" sldId="274"/>
            <ac:picMk id="7" creationId="{C923639B-B4B9-C3CE-E3EE-C5ABA5AB0079}"/>
          </ac:picMkLst>
        </pc:picChg>
      </pc:sldChg>
      <pc:sldChg chg="delSp modSp new mod">
        <pc:chgData name="Jesper Rindom Jensen" userId="a310f5d1-ee7a-4c45-b82c-78f0432bf078" providerId="ADAL" clId="{CF8F3AD9-308B-4F6B-8668-A7B9E0A4DE8C}" dt="2024-09-13T14:13:49.222" v="2632" actId="1076"/>
        <pc:sldMkLst>
          <pc:docMk/>
          <pc:sldMk cId="2645520944" sldId="275"/>
        </pc:sldMkLst>
        <pc:spChg chg="mod">
          <ac:chgData name="Jesper Rindom Jensen" userId="a310f5d1-ee7a-4c45-b82c-78f0432bf078" providerId="ADAL" clId="{CF8F3AD9-308B-4F6B-8668-A7B9E0A4DE8C}" dt="2024-09-13T14:08:34.146" v="2500"/>
          <ac:spMkLst>
            <pc:docMk/>
            <pc:sldMk cId="2645520944" sldId="275"/>
            <ac:spMk id="2" creationId="{BB00D1D9-C5EC-F317-5456-10B6BCCF5C69}"/>
          </ac:spMkLst>
        </pc:spChg>
        <pc:spChg chg="mod">
          <ac:chgData name="Jesper Rindom Jensen" userId="a310f5d1-ee7a-4c45-b82c-78f0432bf078" providerId="ADAL" clId="{CF8F3AD9-308B-4F6B-8668-A7B9E0A4DE8C}" dt="2024-09-13T14:13:02.220" v="2614" actId="27636"/>
          <ac:spMkLst>
            <pc:docMk/>
            <pc:sldMk cId="2645520944" sldId="275"/>
            <ac:spMk id="3" creationId="{545C3DDF-FA14-AD3C-8AD0-DC53E11B6F71}"/>
          </ac:spMkLst>
        </pc:spChg>
        <pc:picChg chg="del mod">
          <ac:chgData name="Jesper Rindom Jensen" userId="a310f5d1-ee7a-4c45-b82c-78f0432bf078" providerId="ADAL" clId="{CF8F3AD9-308B-4F6B-8668-A7B9E0A4DE8C}" dt="2024-09-13T14:10:55.479" v="2591" actId="478"/>
          <ac:picMkLst>
            <pc:docMk/>
            <pc:sldMk cId="2645520944" sldId="275"/>
            <ac:picMk id="5" creationId="{5AB281F0-16FB-F072-9DBC-B53BE115E884}"/>
          </ac:picMkLst>
        </pc:picChg>
        <pc:picChg chg="mod">
          <ac:chgData name="Jesper Rindom Jensen" userId="a310f5d1-ee7a-4c45-b82c-78f0432bf078" providerId="ADAL" clId="{CF8F3AD9-308B-4F6B-8668-A7B9E0A4DE8C}" dt="2024-09-13T14:13:49.222" v="2632" actId="1076"/>
          <ac:picMkLst>
            <pc:docMk/>
            <pc:sldMk cId="2645520944" sldId="275"/>
            <ac:picMk id="7" creationId="{6A0B6E70-1A3D-EC41-6596-B9FE529A70C5}"/>
          </ac:picMkLst>
        </pc:picChg>
        <pc:picChg chg="mod">
          <ac:chgData name="Jesper Rindom Jensen" userId="a310f5d1-ee7a-4c45-b82c-78f0432bf078" providerId="ADAL" clId="{CF8F3AD9-308B-4F6B-8668-A7B9E0A4DE8C}" dt="2024-09-13T14:13:14.188" v="2617" actId="1076"/>
          <ac:picMkLst>
            <pc:docMk/>
            <pc:sldMk cId="2645520944" sldId="275"/>
            <ac:picMk id="9" creationId="{7840CFE3-D58E-F389-A48F-2D684D4ECC90}"/>
          </ac:picMkLst>
        </pc:picChg>
        <pc:picChg chg="del mod">
          <ac:chgData name="Jesper Rindom Jensen" userId="a310f5d1-ee7a-4c45-b82c-78f0432bf078" providerId="ADAL" clId="{CF8F3AD9-308B-4F6B-8668-A7B9E0A4DE8C}" dt="2024-09-13T14:13:38.761" v="2631" actId="478"/>
          <ac:picMkLst>
            <pc:docMk/>
            <pc:sldMk cId="2645520944" sldId="275"/>
            <ac:picMk id="11" creationId="{FD1E70BA-B772-C115-A012-95E1CA6267E7}"/>
          </ac:picMkLst>
        </pc:picChg>
        <pc:picChg chg="mod ord">
          <ac:chgData name="Jesper Rindom Jensen" userId="a310f5d1-ee7a-4c45-b82c-78f0432bf078" providerId="ADAL" clId="{CF8F3AD9-308B-4F6B-8668-A7B9E0A4DE8C}" dt="2024-09-13T14:13:38.760" v="2630" actId="108"/>
          <ac:picMkLst>
            <pc:docMk/>
            <pc:sldMk cId="2645520944" sldId="275"/>
            <ac:picMk id="13" creationId="{0F157775-D49C-01E7-648F-00744E046252}"/>
          </ac:picMkLst>
        </pc:picChg>
      </pc:sldChg>
    </pc:docChg>
  </pc:docChgLst>
  <pc:docChgLst>
    <pc:chgData name="Jesper Rindom Jensen" userId="a310f5d1-ee7a-4c45-b82c-78f0432bf078" providerId="ADAL" clId="{A7B06563-0DE1-4A72-BAF2-0868E835833C}"/>
    <pc:docChg chg="undo custSel addSld modSld">
      <pc:chgData name="Jesper Rindom Jensen" userId="a310f5d1-ee7a-4c45-b82c-78f0432bf078" providerId="ADAL" clId="{A7B06563-0DE1-4A72-BAF2-0868E835833C}" dt="2024-09-22T14:22:42.438" v="1272" actId="114"/>
      <pc:docMkLst>
        <pc:docMk/>
      </pc:docMkLst>
      <pc:sldChg chg="modSp mod">
        <pc:chgData name="Jesper Rindom Jensen" userId="a310f5d1-ee7a-4c45-b82c-78f0432bf078" providerId="ADAL" clId="{A7B06563-0DE1-4A72-BAF2-0868E835833C}" dt="2024-09-22T13:20:39.836" v="66" actId="113"/>
        <pc:sldMkLst>
          <pc:docMk/>
          <pc:sldMk cId="66344487" sldId="268"/>
        </pc:sldMkLst>
        <pc:spChg chg="mod">
          <ac:chgData name="Jesper Rindom Jensen" userId="a310f5d1-ee7a-4c45-b82c-78f0432bf078" providerId="ADAL" clId="{A7B06563-0DE1-4A72-BAF2-0868E835833C}" dt="2024-09-22T13:20:39.836" v="66" actId="113"/>
          <ac:spMkLst>
            <pc:docMk/>
            <pc:sldMk cId="66344487" sldId="268"/>
            <ac:spMk id="3" creationId="{1583527D-F8BE-6756-49FF-05BDF3C0544B}"/>
          </ac:spMkLst>
        </pc:spChg>
      </pc:sldChg>
      <pc:sldChg chg="addSp delSp modSp new mod">
        <pc:chgData name="Jesper Rindom Jensen" userId="a310f5d1-ee7a-4c45-b82c-78f0432bf078" providerId="ADAL" clId="{A7B06563-0DE1-4A72-BAF2-0868E835833C}" dt="2024-09-22T13:28:27.916" v="231" actId="1076"/>
        <pc:sldMkLst>
          <pc:docMk/>
          <pc:sldMk cId="873721943" sldId="269"/>
        </pc:sldMkLst>
        <pc:spChg chg="mod">
          <ac:chgData name="Jesper Rindom Jensen" userId="a310f5d1-ee7a-4c45-b82c-78f0432bf078" providerId="ADAL" clId="{A7B06563-0DE1-4A72-BAF2-0868E835833C}" dt="2024-09-22T13:20:47.499" v="67"/>
          <ac:spMkLst>
            <pc:docMk/>
            <pc:sldMk cId="873721943" sldId="269"/>
            <ac:spMk id="2" creationId="{98777974-842C-7320-0F9E-36A94094022A}"/>
          </ac:spMkLst>
        </pc:spChg>
        <pc:spChg chg="mod">
          <ac:chgData name="Jesper Rindom Jensen" userId="a310f5d1-ee7a-4c45-b82c-78f0432bf078" providerId="ADAL" clId="{A7B06563-0DE1-4A72-BAF2-0868E835833C}" dt="2024-09-22T13:26:05.066" v="221" actId="20577"/>
          <ac:spMkLst>
            <pc:docMk/>
            <pc:sldMk cId="873721943" sldId="269"/>
            <ac:spMk id="3" creationId="{0F4C3220-F418-B403-C1D4-F86736C33DAD}"/>
          </ac:spMkLst>
        </pc:spChg>
        <pc:spChg chg="add mod">
          <ac:chgData name="Jesper Rindom Jensen" userId="a310f5d1-ee7a-4c45-b82c-78f0432bf078" providerId="ADAL" clId="{A7B06563-0DE1-4A72-BAF2-0868E835833C}" dt="2024-09-22T13:23:49.515" v="178" actId="1076"/>
          <ac:spMkLst>
            <pc:docMk/>
            <pc:sldMk cId="873721943" sldId="269"/>
            <ac:spMk id="10" creationId="{FB494591-E33F-D3C0-1B94-512B6800DDC2}"/>
          </ac:spMkLst>
        </pc:spChg>
        <pc:picChg chg="del mod">
          <ac:chgData name="Jesper Rindom Jensen" userId="a310f5d1-ee7a-4c45-b82c-78f0432bf078" providerId="ADAL" clId="{A7B06563-0DE1-4A72-BAF2-0868E835833C}" dt="2024-09-22T13:19:45.358" v="65" actId="478"/>
          <ac:picMkLst>
            <pc:docMk/>
            <pc:sldMk cId="873721943" sldId="269"/>
            <ac:picMk id="5" creationId="{CFD93C48-86D6-C06D-5282-FD749960AB2B}"/>
          </ac:picMkLst>
        </pc:picChg>
        <pc:picChg chg="mod">
          <ac:chgData name="Jesper Rindom Jensen" userId="a310f5d1-ee7a-4c45-b82c-78f0432bf078" providerId="ADAL" clId="{A7B06563-0DE1-4A72-BAF2-0868E835833C}" dt="2024-09-22T13:21:47.467" v="108" actId="1076"/>
          <ac:picMkLst>
            <pc:docMk/>
            <pc:sldMk cId="873721943" sldId="269"/>
            <ac:picMk id="7" creationId="{155EE272-A570-8022-6A9F-DD0654FAEB3D}"/>
          </ac:picMkLst>
        </pc:picChg>
        <pc:picChg chg="mod">
          <ac:chgData name="Jesper Rindom Jensen" userId="a310f5d1-ee7a-4c45-b82c-78f0432bf078" providerId="ADAL" clId="{A7B06563-0DE1-4A72-BAF2-0868E835833C}" dt="2024-09-22T13:23:26.374" v="136" actId="1076"/>
          <ac:picMkLst>
            <pc:docMk/>
            <pc:sldMk cId="873721943" sldId="269"/>
            <ac:picMk id="9" creationId="{7F6323D6-8011-B709-A8C7-791C133C7660}"/>
          </ac:picMkLst>
        </pc:picChg>
        <pc:picChg chg="mod">
          <ac:chgData name="Jesper Rindom Jensen" userId="a310f5d1-ee7a-4c45-b82c-78f0432bf078" providerId="ADAL" clId="{A7B06563-0DE1-4A72-BAF2-0868E835833C}" dt="2024-09-22T13:24:47.413" v="187" actId="1076"/>
          <ac:picMkLst>
            <pc:docMk/>
            <pc:sldMk cId="873721943" sldId="269"/>
            <ac:picMk id="12" creationId="{5579440A-3957-322B-1BFA-A08034D33C63}"/>
          </ac:picMkLst>
        </pc:picChg>
        <pc:picChg chg="mod">
          <ac:chgData name="Jesper Rindom Jensen" userId="a310f5d1-ee7a-4c45-b82c-78f0432bf078" providerId="ADAL" clId="{A7B06563-0DE1-4A72-BAF2-0868E835833C}" dt="2024-09-22T13:26:07.548" v="222" actId="1076"/>
          <ac:picMkLst>
            <pc:docMk/>
            <pc:sldMk cId="873721943" sldId="269"/>
            <ac:picMk id="14" creationId="{7DB481C8-DD51-0947-6E8B-9F2BE65E6FA0}"/>
          </ac:picMkLst>
        </pc:picChg>
        <pc:picChg chg="mod">
          <ac:chgData name="Jesper Rindom Jensen" userId="a310f5d1-ee7a-4c45-b82c-78f0432bf078" providerId="ADAL" clId="{A7B06563-0DE1-4A72-BAF2-0868E835833C}" dt="2024-09-22T13:28:27.916" v="231" actId="1076"/>
          <ac:picMkLst>
            <pc:docMk/>
            <pc:sldMk cId="873721943" sldId="269"/>
            <ac:picMk id="16" creationId="{4DF2E5FF-6364-3D7E-092E-61B5AEED9B47}"/>
          </ac:picMkLst>
        </pc:picChg>
      </pc:sldChg>
      <pc:sldChg chg="delSp modSp new mod">
        <pc:chgData name="Jesper Rindom Jensen" userId="a310f5d1-ee7a-4c45-b82c-78f0432bf078" providerId="ADAL" clId="{A7B06563-0DE1-4A72-BAF2-0868E835833C}" dt="2024-09-22T13:32:37.707" v="303" actId="1076"/>
        <pc:sldMkLst>
          <pc:docMk/>
          <pc:sldMk cId="1803007297" sldId="270"/>
        </pc:sldMkLst>
        <pc:spChg chg="mod">
          <ac:chgData name="Jesper Rindom Jensen" userId="a310f5d1-ee7a-4c45-b82c-78f0432bf078" providerId="ADAL" clId="{A7B06563-0DE1-4A72-BAF2-0868E835833C}" dt="2024-09-22T13:28:38.330" v="233"/>
          <ac:spMkLst>
            <pc:docMk/>
            <pc:sldMk cId="1803007297" sldId="270"/>
            <ac:spMk id="2" creationId="{39B42115-1B22-BCCF-63DB-DE449D3E6BE2}"/>
          </ac:spMkLst>
        </pc:spChg>
        <pc:spChg chg="mod">
          <ac:chgData name="Jesper Rindom Jensen" userId="a310f5d1-ee7a-4c45-b82c-78f0432bf078" providerId="ADAL" clId="{A7B06563-0DE1-4A72-BAF2-0868E835833C}" dt="2024-09-22T13:32:32.375" v="302" actId="20577"/>
          <ac:spMkLst>
            <pc:docMk/>
            <pc:sldMk cId="1803007297" sldId="270"/>
            <ac:spMk id="3" creationId="{35B20B6C-FA0A-C712-FEE2-2CEE43623042}"/>
          </ac:spMkLst>
        </pc:spChg>
        <pc:picChg chg="mod">
          <ac:chgData name="Jesper Rindom Jensen" userId="a310f5d1-ee7a-4c45-b82c-78f0432bf078" providerId="ADAL" clId="{A7B06563-0DE1-4A72-BAF2-0868E835833C}" dt="2024-09-22T13:32:37.707" v="303" actId="1076"/>
          <ac:picMkLst>
            <pc:docMk/>
            <pc:sldMk cId="1803007297" sldId="270"/>
            <ac:picMk id="5" creationId="{1B5DF963-FBCA-81EF-FEC0-4365E0ED8A6B}"/>
          </ac:picMkLst>
        </pc:picChg>
        <pc:picChg chg="del mod">
          <ac:chgData name="Jesper Rindom Jensen" userId="a310f5d1-ee7a-4c45-b82c-78f0432bf078" providerId="ADAL" clId="{A7B06563-0DE1-4A72-BAF2-0868E835833C}" dt="2024-09-22T13:31:23.880" v="285" actId="478"/>
          <ac:picMkLst>
            <pc:docMk/>
            <pc:sldMk cId="1803007297" sldId="270"/>
            <ac:picMk id="7" creationId="{2681ED78-6433-8D9B-5CA6-2FF20FF91226}"/>
          </ac:picMkLst>
        </pc:picChg>
        <pc:picChg chg="mod ord">
          <ac:chgData name="Jesper Rindom Jensen" userId="a310f5d1-ee7a-4c45-b82c-78f0432bf078" providerId="ADAL" clId="{A7B06563-0DE1-4A72-BAF2-0868E835833C}" dt="2024-09-22T13:32:37.707" v="303" actId="1076"/>
          <ac:picMkLst>
            <pc:docMk/>
            <pc:sldMk cId="1803007297" sldId="270"/>
            <ac:picMk id="9" creationId="{39666E89-5D7C-1B56-3FB7-87D912C4DF87}"/>
          </ac:picMkLst>
        </pc:picChg>
        <pc:picChg chg="mod">
          <ac:chgData name="Jesper Rindom Jensen" userId="a310f5d1-ee7a-4c45-b82c-78f0432bf078" providerId="ADAL" clId="{A7B06563-0DE1-4A72-BAF2-0868E835833C}" dt="2024-09-22T13:32:31.126" v="301" actId="1076"/>
          <ac:picMkLst>
            <pc:docMk/>
            <pc:sldMk cId="1803007297" sldId="270"/>
            <ac:picMk id="11" creationId="{B245F8EB-87F1-FAD2-DD57-17D31B028B14}"/>
          </ac:picMkLst>
        </pc:picChg>
      </pc:sldChg>
      <pc:sldChg chg="modSp new mod">
        <pc:chgData name="Jesper Rindom Jensen" userId="a310f5d1-ee7a-4c45-b82c-78f0432bf078" providerId="ADAL" clId="{A7B06563-0DE1-4A72-BAF2-0868E835833C}" dt="2024-09-22T13:35:45.352" v="395" actId="1076"/>
        <pc:sldMkLst>
          <pc:docMk/>
          <pc:sldMk cId="1564674061" sldId="271"/>
        </pc:sldMkLst>
        <pc:spChg chg="mod">
          <ac:chgData name="Jesper Rindom Jensen" userId="a310f5d1-ee7a-4c45-b82c-78f0432bf078" providerId="ADAL" clId="{A7B06563-0DE1-4A72-BAF2-0868E835833C}" dt="2024-09-22T13:32:46.166" v="305"/>
          <ac:spMkLst>
            <pc:docMk/>
            <pc:sldMk cId="1564674061" sldId="271"/>
            <ac:spMk id="2" creationId="{2DCD5225-9A92-126A-90DB-173D36C37834}"/>
          </ac:spMkLst>
        </pc:spChg>
        <pc:spChg chg="mod">
          <ac:chgData name="Jesper Rindom Jensen" userId="a310f5d1-ee7a-4c45-b82c-78f0432bf078" providerId="ADAL" clId="{A7B06563-0DE1-4A72-BAF2-0868E835833C}" dt="2024-09-22T13:33:55.023" v="359" actId="113"/>
          <ac:spMkLst>
            <pc:docMk/>
            <pc:sldMk cId="1564674061" sldId="271"/>
            <ac:spMk id="3" creationId="{CED4F7CB-A3FF-8F6C-AD96-03B18CA83C92}"/>
          </ac:spMkLst>
        </pc:spChg>
        <pc:picChg chg="mod">
          <ac:chgData name="Jesper Rindom Jensen" userId="a310f5d1-ee7a-4c45-b82c-78f0432bf078" providerId="ADAL" clId="{A7B06563-0DE1-4A72-BAF2-0868E835833C}" dt="2024-09-22T13:34:25.566" v="368" actId="1076"/>
          <ac:picMkLst>
            <pc:docMk/>
            <pc:sldMk cId="1564674061" sldId="271"/>
            <ac:picMk id="5" creationId="{D8550C79-76BF-F440-F2B5-795F9D315EC8}"/>
          </ac:picMkLst>
        </pc:picChg>
        <pc:picChg chg="mod">
          <ac:chgData name="Jesper Rindom Jensen" userId="a310f5d1-ee7a-4c45-b82c-78f0432bf078" providerId="ADAL" clId="{A7B06563-0DE1-4A72-BAF2-0868E835833C}" dt="2024-09-22T13:34:58.013" v="377" actId="1076"/>
          <ac:picMkLst>
            <pc:docMk/>
            <pc:sldMk cId="1564674061" sldId="271"/>
            <ac:picMk id="7" creationId="{ED8FBF4D-EA94-557E-14F1-947D25896DC5}"/>
          </ac:picMkLst>
        </pc:picChg>
        <pc:picChg chg="mod">
          <ac:chgData name="Jesper Rindom Jensen" userId="a310f5d1-ee7a-4c45-b82c-78f0432bf078" providerId="ADAL" clId="{A7B06563-0DE1-4A72-BAF2-0868E835833C}" dt="2024-09-22T13:35:23.808" v="386" actId="1076"/>
          <ac:picMkLst>
            <pc:docMk/>
            <pc:sldMk cId="1564674061" sldId="271"/>
            <ac:picMk id="9" creationId="{E0E0D867-D8BE-9B42-A75C-33246943B6DD}"/>
          </ac:picMkLst>
        </pc:picChg>
        <pc:picChg chg="mod">
          <ac:chgData name="Jesper Rindom Jensen" userId="a310f5d1-ee7a-4c45-b82c-78f0432bf078" providerId="ADAL" clId="{A7B06563-0DE1-4A72-BAF2-0868E835833C}" dt="2024-09-22T13:35:45.352" v="395" actId="1076"/>
          <ac:picMkLst>
            <pc:docMk/>
            <pc:sldMk cId="1564674061" sldId="271"/>
            <ac:picMk id="11" creationId="{4966F6A3-4C79-D457-C9CF-03FE065D3D19}"/>
          </ac:picMkLst>
        </pc:picChg>
      </pc:sldChg>
      <pc:sldChg chg="addSp modSp new mod">
        <pc:chgData name="Jesper Rindom Jensen" userId="a310f5d1-ee7a-4c45-b82c-78f0432bf078" providerId="ADAL" clId="{A7B06563-0DE1-4A72-BAF2-0868E835833C}" dt="2024-09-22T13:36:58.215" v="404" actId="20577"/>
        <pc:sldMkLst>
          <pc:docMk/>
          <pc:sldMk cId="556251944" sldId="272"/>
        </pc:sldMkLst>
        <pc:spChg chg="mod">
          <ac:chgData name="Jesper Rindom Jensen" userId="a310f5d1-ee7a-4c45-b82c-78f0432bf078" providerId="ADAL" clId="{A7B06563-0DE1-4A72-BAF2-0868E835833C}" dt="2024-09-22T13:35:55.332" v="397"/>
          <ac:spMkLst>
            <pc:docMk/>
            <pc:sldMk cId="556251944" sldId="272"/>
            <ac:spMk id="2" creationId="{99173E14-BE5B-7FFE-738D-76A6E8B99A9E}"/>
          </ac:spMkLst>
        </pc:spChg>
        <pc:spChg chg="mod">
          <ac:chgData name="Jesper Rindom Jensen" userId="a310f5d1-ee7a-4c45-b82c-78f0432bf078" providerId="ADAL" clId="{A7B06563-0DE1-4A72-BAF2-0868E835833C}" dt="2024-09-22T13:36:58.215" v="404" actId="20577"/>
          <ac:spMkLst>
            <pc:docMk/>
            <pc:sldMk cId="556251944" sldId="272"/>
            <ac:spMk id="3" creationId="{AB2BF210-B608-318E-31C1-E5C1E04FA289}"/>
          </ac:spMkLst>
        </pc:spChg>
        <pc:picChg chg="add mod">
          <ac:chgData name="Jesper Rindom Jensen" userId="a310f5d1-ee7a-4c45-b82c-78f0432bf078" providerId="ADAL" clId="{A7B06563-0DE1-4A72-BAF2-0868E835833C}" dt="2024-09-22T13:36:48.440" v="402" actId="1076"/>
          <ac:picMkLst>
            <pc:docMk/>
            <pc:sldMk cId="556251944" sldId="272"/>
            <ac:picMk id="5" creationId="{401FCEE8-7E98-F80D-12F8-F2FC7CD08074}"/>
          </ac:picMkLst>
        </pc:picChg>
      </pc:sldChg>
      <pc:sldChg chg="delSp modSp new mod">
        <pc:chgData name="Jesper Rindom Jensen" userId="a310f5d1-ee7a-4c45-b82c-78f0432bf078" providerId="ADAL" clId="{A7B06563-0DE1-4A72-BAF2-0868E835833C}" dt="2024-09-22T13:40:29.922" v="481" actId="1076"/>
        <pc:sldMkLst>
          <pc:docMk/>
          <pc:sldMk cId="817678314" sldId="273"/>
        </pc:sldMkLst>
        <pc:spChg chg="mod">
          <ac:chgData name="Jesper Rindom Jensen" userId="a310f5d1-ee7a-4c45-b82c-78f0432bf078" providerId="ADAL" clId="{A7B06563-0DE1-4A72-BAF2-0868E835833C}" dt="2024-09-22T13:37:14.196" v="406"/>
          <ac:spMkLst>
            <pc:docMk/>
            <pc:sldMk cId="817678314" sldId="273"/>
            <ac:spMk id="2" creationId="{68829388-A18E-F091-1685-A38CE25DCA39}"/>
          </ac:spMkLst>
        </pc:spChg>
        <pc:spChg chg="mod">
          <ac:chgData name="Jesper Rindom Jensen" userId="a310f5d1-ee7a-4c45-b82c-78f0432bf078" providerId="ADAL" clId="{A7B06563-0DE1-4A72-BAF2-0868E835833C}" dt="2024-09-22T13:40:25.253" v="480" actId="20577"/>
          <ac:spMkLst>
            <pc:docMk/>
            <pc:sldMk cId="817678314" sldId="273"/>
            <ac:spMk id="3" creationId="{F206566A-9F2E-B130-87B2-D61D53F174DB}"/>
          </ac:spMkLst>
        </pc:spChg>
        <pc:picChg chg="mod">
          <ac:chgData name="Jesper Rindom Jensen" userId="a310f5d1-ee7a-4c45-b82c-78f0432bf078" providerId="ADAL" clId="{A7B06563-0DE1-4A72-BAF2-0868E835833C}" dt="2024-09-22T13:37:51.431" v="416" actId="1076"/>
          <ac:picMkLst>
            <pc:docMk/>
            <pc:sldMk cId="817678314" sldId="273"/>
            <ac:picMk id="5" creationId="{15293604-BD0D-44BD-B1A4-DBD82EC6DA15}"/>
          </ac:picMkLst>
        </pc:picChg>
        <pc:picChg chg="del mod">
          <ac:chgData name="Jesper Rindom Jensen" userId="a310f5d1-ee7a-4c45-b82c-78f0432bf078" providerId="ADAL" clId="{A7B06563-0DE1-4A72-BAF2-0868E835833C}" dt="2024-09-22T13:40:03.049" v="465" actId="478"/>
          <ac:picMkLst>
            <pc:docMk/>
            <pc:sldMk cId="817678314" sldId="273"/>
            <ac:picMk id="7" creationId="{7BF92C8E-BC0E-728C-CA4A-029126640E85}"/>
          </ac:picMkLst>
        </pc:picChg>
        <pc:picChg chg="mod ord">
          <ac:chgData name="Jesper Rindom Jensen" userId="a310f5d1-ee7a-4c45-b82c-78f0432bf078" providerId="ADAL" clId="{A7B06563-0DE1-4A72-BAF2-0868E835833C}" dt="2024-09-22T13:40:29.922" v="481" actId="1076"/>
          <ac:picMkLst>
            <pc:docMk/>
            <pc:sldMk cId="817678314" sldId="273"/>
            <ac:picMk id="9" creationId="{EDAEEFA9-D3E9-E387-9B67-27A7AD6FAC0F}"/>
          </ac:picMkLst>
        </pc:picChg>
      </pc:sldChg>
      <pc:sldChg chg="addSp delSp modSp new mod">
        <pc:chgData name="Jesper Rindom Jensen" userId="a310f5d1-ee7a-4c45-b82c-78f0432bf078" providerId="ADAL" clId="{A7B06563-0DE1-4A72-BAF2-0868E835833C}" dt="2024-09-22T13:41:31.462" v="496" actId="1076"/>
        <pc:sldMkLst>
          <pc:docMk/>
          <pc:sldMk cId="2687459029" sldId="274"/>
        </pc:sldMkLst>
        <pc:spChg chg="mod">
          <ac:chgData name="Jesper Rindom Jensen" userId="a310f5d1-ee7a-4c45-b82c-78f0432bf078" providerId="ADAL" clId="{A7B06563-0DE1-4A72-BAF2-0868E835833C}" dt="2024-09-22T13:41:20.219" v="491" actId="113"/>
          <ac:spMkLst>
            <pc:docMk/>
            <pc:sldMk cId="2687459029" sldId="274"/>
            <ac:spMk id="2" creationId="{D10F061C-5281-6031-9BCD-5DEFD2C89F63}"/>
          </ac:spMkLst>
        </pc:spChg>
        <pc:spChg chg="del mod">
          <ac:chgData name="Jesper Rindom Jensen" userId="a310f5d1-ee7a-4c45-b82c-78f0432bf078" providerId="ADAL" clId="{A7B06563-0DE1-4A72-BAF2-0868E835833C}" dt="2024-09-22T13:41:27.900" v="494" actId="478"/>
          <ac:spMkLst>
            <pc:docMk/>
            <pc:sldMk cId="2687459029" sldId="274"/>
            <ac:spMk id="3" creationId="{8D761E98-50D7-F8EB-21BA-0FBB52E18329}"/>
          </ac:spMkLst>
        </pc:spChg>
        <pc:picChg chg="add mod">
          <ac:chgData name="Jesper Rindom Jensen" userId="a310f5d1-ee7a-4c45-b82c-78f0432bf078" providerId="ADAL" clId="{A7B06563-0DE1-4A72-BAF2-0868E835833C}" dt="2024-09-22T13:41:31.462" v="496" actId="1076"/>
          <ac:picMkLst>
            <pc:docMk/>
            <pc:sldMk cId="2687459029" sldId="274"/>
            <ac:picMk id="5" creationId="{9B20DDFA-33FC-FF99-0273-214DEC8A2810}"/>
          </ac:picMkLst>
        </pc:picChg>
      </pc:sldChg>
      <pc:sldChg chg="modSp new mod">
        <pc:chgData name="Jesper Rindom Jensen" userId="a310f5d1-ee7a-4c45-b82c-78f0432bf078" providerId="ADAL" clId="{A7B06563-0DE1-4A72-BAF2-0868E835833C}" dt="2024-09-22T13:43:59.321" v="542" actId="1076"/>
        <pc:sldMkLst>
          <pc:docMk/>
          <pc:sldMk cId="2109063670" sldId="275"/>
        </pc:sldMkLst>
        <pc:spChg chg="mod">
          <ac:chgData name="Jesper Rindom Jensen" userId="a310f5d1-ee7a-4c45-b82c-78f0432bf078" providerId="ADAL" clId="{A7B06563-0DE1-4A72-BAF2-0868E835833C}" dt="2024-09-22T13:41:40.857" v="498"/>
          <ac:spMkLst>
            <pc:docMk/>
            <pc:sldMk cId="2109063670" sldId="275"/>
            <ac:spMk id="2" creationId="{C2E9F8A6-0FC5-EF74-7EBC-D94DB7D981C1}"/>
          </ac:spMkLst>
        </pc:spChg>
        <pc:spChg chg="mod">
          <ac:chgData name="Jesper Rindom Jensen" userId="a310f5d1-ee7a-4c45-b82c-78f0432bf078" providerId="ADAL" clId="{A7B06563-0DE1-4A72-BAF2-0868E835833C}" dt="2024-09-22T13:42:41.569" v="524" actId="20577"/>
          <ac:spMkLst>
            <pc:docMk/>
            <pc:sldMk cId="2109063670" sldId="275"/>
            <ac:spMk id="3" creationId="{C4BE2FCE-63FD-060F-EEDE-A7E25B373B89}"/>
          </ac:spMkLst>
        </pc:spChg>
        <pc:picChg chg="mod">
          <ac:chgData name="Jesper Rindom Jensen" userId="a310f5d1-ee7a-4c45-b82c-78f0432bf078" providerId="ADAL" clId="{A7B06563-0DE1-4A72-BAF2-0868E835833C}" dt="2024-09-22T13:43:27.916" v="533" actId="1076"/>
          <ac:picMkLst>
            <pc:docMk/>
            <pc:sldMk cId="2109063670" sldId="275"/>
            <ac:picMk id="5" creationId="{B2E71D6A-693C-5984-74CE-15954D2CF69D}"/>
          </ac:picMkLst>
        </pc:picChg>
        <pc:picChg chg="mod">
          <ac:chgData name="Jesper Rindom Jensen" userId="a310f5d1-ee7a-4c45-b82c-78f0432bf078" providerId="ADAL" clId="{A7B06563-0DE1-4A72-BAF2-0868E835833C}" dt="2024-09-22T13:43:59.321" v="542" actId="1076"/>
          <ac:picMkLst>
            <pc:docMk/>
            <pc:sldMk cId="2109063670" sldId="275"/>
            <ac:picMk id="7" creationId="{EF640AA9-30EC-B152-1E01-26FAF69AFA33}"/>
          </ac:picMkLst>
        </pc:picChg>
      </pc:sldChg>
      <pc:sldChg chg="modSp new mod">
        <pc:chgData name="Jesper Rindom Jensen" userId="a310f5d1-ee7a-4c45-b82c-78f0432bf078" providerId="ADAL" clId="{A7B06563-0DE1-4A72-BAF2-0868E835833C}" dt="2024-09-22T13:48:50.764" v="631" actId="1076"/>
        <pc:sldMkLst>
          <pc:docMk/>
          <pc:sldMk cId="4210953221" sldId="276"/>
        </pc:sldMkLst>
        <pc:spChg chg="mod">
          <ac:chgData name="Jesper Rindom Jensen" userId="a310f5d1-ee7a-4c45-b82c-78f0432bf078" providerId="ADAL" clId="{A7B06563-0DE1-4A72-BAF2-0868E835833C}" dt="2024-09-22T13:44:09.534" v="544"/>
          <ac:spMkLst>
            <pc:docMk/>
            <pc:sldMk cId="4210953221" sldId="276"/>
            <ac:spMk id="2" creationId="{3A3BE7C1-D060-8961-E33A-274CD5E4A983}"/>
          </ac:spMkLst>
        </pc:spChg>
        <pc:spChg chg="mod">
          <ac:chgData name="Jesper Rindom Jensen" userId="a310f5d1-ee7a-4c45-b82c-78f0432bf078" providerId="ADAL" clId="{A7B06563-0DE1-4A72-BAF2-0868E835833C}" dt="2024-09-22T13:47:12.086" v="622" actId="114"/>
          <ac:spMkLst>
            <pc:docMk/>
            <pc:sldMk cId="4210953221" sldId="276"/>
            <ac:spMk id="3" creationId="{CF887A98-5BDC-765C-8247-612A2592A674}"/>
          </ac:spMkLst>
        </pc:spChg>
        <pc:picChg chg="mod">
          <ac:chgData name="Jesper Rindom Jensen" userId="a310f5d1-ee7a-4c45-b82c-78f0432bf078" providerId="ADAL" clId="{A7B06563-0DE1-4A72-BAF2-0868E835833C}" dt="2024-09-22T13:45:02.025" v="597" actId="1037"/>
          <ac:picMkLst>
            <pc:docMk/>
            <pc:sldMk cId="4210953221" sldId="276"/>
            <ac:picMk id="5" creationId="{7D130FDD-4B47-95FB-EE0A-729164E4AB3A}"/>
          </ac:picMkLst>
        </pc:picChg>
        <pc:picChg chg="mod">
          <ac:chgData name="Jesper Rindom Jensen" userId="a310f5d1-ee7a-4c45-b82c-78f0432bf078" providerId="ADAL" clId="{A7B06563-0DE1-4A72-BAF2-0868E835833C}" dt="2024-09-22T13:46:27.594" v="606" actId="1076"/>
          <ac:picMkLst>
            <pc:docMk/>
            <pc:sldMk cId="4210953221" sldId="276"/>
            <ac:picMk id="7" creationId="{BB2DCD50-CB12-5ED3-76D5-5AE32B7E2B6E}"/>
          </ac:picMkLst>
        </pc:picChg>
        <pc:picChg chg="mod">
          <ac:chgData name="Jesper Rindom Jensen" userId="a310f5d1-ee7a-4c45-b82c-78f0432bf078" providerId="ADAL" clId="{A7B06563-0DE1-4A72-BAF2-0868E835833C}" dt="2024-09-22T13:47:03.075" v="618" actId="1076"/>
          <ac:picMkLst>
            <pc:docMk/>
            <pc:sldMk cId="4210953221" sldId="276"/>
            <ac:picMk id="9" creationId="{5A87C608-E646-0D43-3755-E86872BC751C}"/>
          </ac:picMkLst>
        </pc:picChg>
        <pc:picChg chg="mod">
          <ac:chgData name="Jesper Rindom Jensen" userId="a310f5d1-ee7a-4c45-b82c-78f0432bf078" providerId="ADAL" clId="{A7B06563-0DE1-4A72-BAF2-0868E835833C}" dt="2024-09-22T13:48:50.764" v="631" actId="1076"/>
          <ac:picMkLst>
            <pc:docMk/>
            <pc:sldMk cId="4210953221" sldId="276"/>
            <ac:picMk id="11" creationId="{67877D71-ECED-4DD9-72B8-FD2764A6962D}"/>
          </ac:picMkLst>
        </pc:picChg>
      </pc:sldChg>
      <pc:sldChg chg="delSp modSp new mod">
        <pc:chgData name="Jesper Rindom Jensen" userId="a310f5d1-ee7a-4c45-b82c-78f0432bf078" providerId="ADAL" clId="{A7B06563-0DE1-4A72-BAF2-0868E835833C}" dt="2024-09-22T13:57:40.017" v="736" actId="1076"/>
        <pc:sldMkLst>
          <pc:docMk/>
          <pc:sldMk cId="2005062655" sldId="277"/>
        </pc:sldMkLst>
        <pc:spChg chg="mod">
          <ac:chgData name="Jesper Rindom Jensen" userId="a310f5d1-ee7a-4c45-b82c-78f0432bf078" providerId="ADAL" clId="{A7B06563-0DE1-4A72-BAF2-0868E835833C}" dt="2024-09-22T13:48:59.808" v="633"/>
          <ac:spMkLst>
            <pc:docMk/>
            <pc:sldMk cId="2005062655" sldId="277"/>
            <ac:spMk id="2" creationId="{E0AADA72-B1F6-DE26-9CFB-134684F1A207}"/>
          </ac:spMkLst>
        </pc:spChg>
        <pc:spChg chg="mod">
          <ac:chgData name="Jesper Rindom Jensen" userId="a310f5d1-ee7a-4c45-b82c-78f0432bf078" providerId="ADAL" clId="{A7B06563-0DE1-4A72-BAF2-0868E835833C}" dt="2024-09-22T13:56:03.927" v="712" actId="20577"/>
          <ac:spMkLst>
            <pc:docMk/>
            <pc:sldMk cId="2005062655" sldId="277"/>
            <ac:spMk id="3" creationId="{90888BBA-E521-B37E-6130-615E40A679D3}"/>
          </ac:spMkLst>
        </pc:spChg>
        <pc:picChg chg="mod">
          <ac:chgData name="Jesper Rindom Jensen" userId="a310f5d1-ee7a-4c45-b82c-78f0432bf078" providerId="ADAL" clId="{A7B06563-0DE1-4A72-BAF2-0868E835833C}" dt="2024-09-22T13:53:15.555" v="686" actId="1076"/>
          <ac:picMkLst>
            <pc:docMk/>
            <pc:sldMk cId="2005062655" sldId="277"/>
            <ac:picMk id="5" creationId="{76813755-B536-877D-A540-DDAD3681AE82}"/>
          </ac:picMkLst>
        </pc:picChg>
        <pc:picChg chg="mod">
          <ac:chgData name="Jesper Rindom Jensen" userId="a310f5d1-ee7a-4c45-b82c-78f0432bf078" providerId="ADAL" clId="{A7B06563-0DE1-4A72-BAF2-0868E835833C}" dt="2024-09-22T13:53:14.218" v="685" actId="1076"/>
          <ac:picMkLst>
            <pc:docMk/>
            <pc:sldMk cId="2005062655" sldId="277"/>
            <ac:picMk id="7" creationId="{9697121C-4476-7C1C-9EB6-7A6D5F495865}"/>
          </ac:picMkLst>
        </pc:picChg>
        <pc:picChg chg="mod">
          <ac:chgData name="Jesper Rindom Jensen" userId="a310f5d1-ee7a-4c45-b82c-78f0432bf078" providerId="ADAL" clId="{A7B06563-0DE1-4A72-BAF2-0868E835833C}" dt="2024-09-22T13:55:51.696" v="705" actId="1076"/>
          <ac:picMkLst>
            <pc:docMk/>
            <pc:sldMk cId="2005062655" sldId="277"/>
            <ac:picMk id="9" creationId="{72A581E2-E66C-14BA-D382-8F1C88B49E82}"/>
          </ac:picMkLst>
        </pc:picChg>
        <pc:picChg chg="mod">
          <ac:chgData name="Jesper Rindom Jensen" userId="a310f5d1-ee7a-4c45-b82c-78f0432bf078" providerId="ADAL" clId="{A7B06563-0DE1-4A72-BAF2-0868E835833C}" dt="2024-09-22T13:55:50.192" v="704" actId="1076"/>
          <ac:picMkLst>
            <pc:docMk/>
            <pc:sldMk cId="2005062655" sldId="277"/>
            <ac:picMk id="11" creationId="{96673954-A1B9-673A-5539-931C3195F272}"/>
          </ac:picMkLst>
        </pc:picChg>
        <pc:picChg chg="del mod">
          <ac:chgData name="Jesper Rindom Jensen" userId="a310f5d1-ee7a-4c45-b82c-78f0432bf078" providerId="ADAL" clId="{A7B06563-0DE1-4A72-BAF2-0868E835833C}" dt="2024-09-22T13:57:36.811" v="733" actId="478"/>
          <ac:picMkLst>
            <pc:docMk/>
            <pc:sldMk cId="2005062655" sldId="277"/>
            <ac:picMk id="13" creationId="{A37FC602-F5D2-1A10-A00A-37BBA8552ECC}"/>
          </ac:picMkLst>
        </pc:picChg>
        <pc:picChg chg="mod ord">
          <ac:chgData name="Jesper Rindom Jensen" userId="a310f5d1-ee7a-4c45-b82c-78f0432bf078" providerId="ADAL" clId="{A7B06563-0DE1-4A72-BAF2-0868E835833C}" dt="2024-09-22T13:57:40.017" v="736" actId="1076"/>
          <ac:picMkLst>
            <pc:docMk/>
            <pc:sldMk cId="2005062655" sldId="277"/>
            <ac:picMk id="15" creationId="{0446CB3E-C469-E82B-B5B4-48FA0FFB35BA}"/>
          </ac:picMkLst>
        </pc:picChg>
      </pc:sldChg>
      <pc:sldChg chg="modSp new mod">
        <pc:chgData name="Jesper Rindom Jensen" userId="a310f5d1-ee7a-4c45-b82c-78f0432bf078" providerId="ADAL" clId="{A7B06563-0DE1-4A72-BAF2-0868E835833C}" dt="2024-09-22T14:02:17.020" v="787" actId="1076"/>
        <pc:sldMkLst>
          <pc:docMk/>
          <pc:sldMk cId="1363302010" sldId="278"/>
        </pc:sldMkLst>
        <pc:spChg chg="mod">
          <ac:chgData name="Jesper Rindom Jensen" userId="a310f5d1-ee7a-4c45-b82c-78f0432bf078" providerId="ADAL" clId="{A7B06563-0DE1-4A72-BAF2-0868E835833C}" dt="2024-09-22T13:58:04.238" v="741"/>
          <ac:spMkLst>
            <pc:docMk/>
            <pc:sldMk cId="1363302010" sldId="278"/>
            <ac:spMk id="2" creationId="{C6572E61-8B73-2286-E716-04A98655D04E}"/>
          </ac:spMkLst>
        </pc:spChg>
        <pc:spChg chg="mod">
          <ac:chgData name="Jesper Rindom Jensen" userId="a310f5d1-ee7a-4c45-b82c-78f0432bf078" providerId="ADAL" clId="{A7B06563-0DE1-4A72-BAF2-0868E835833C}" dt="2024-09-22T13:58:40.781" v="769" actId="20577"/>
          <ac:spMkLst>
            <pc:docMk/>
            <pc:sldMk cId="1363302010" sldId="278"/>
            <ac:spMk id="3" creationId="{D54BA572-E506-F7FA-BC20-E0C6187E878C}"/>
          </ac:spMkLst>
        </pc:spChg>
        <pc:picChg chg="mod">
          <ac:chgData name="Jesper Rindom Jensen" userId="a310f5d1-ee7a-4c45-b82c-78f0432bf078" providerId="ADAL" clId="{A7B06563-0DE1-4A72-BAF2-0868E835833C}" dt="2024-09-22T14:00:56.826" v="778" actId="1076"/>
          <ac:picMkLst>
            <pc:docMk/>
            <pc:sldMk cId="1363302010" sldId="278"/>
            <ac:picMk id="5" creationId="{9D0F3258-37D0-164B-A52D-CDC049AC88D4}"/>
          </ac:picMkLst>
        </pc:picChg>
        <pc:picChg chg="mod">
          <ac:chgData name="Jesper Rindom Jensen" userId="a310f5d1-ee7a-4c45-b82c-78f0432bf078" providerId="ADAL" clId="{A7B06563-0DE1-4A72-BAF2-0868E835833C}" dt="2024-09-22T14:02:17.020" v="787" actId="1076"/>
          <ac:picMkLst>
            <pc:docMk/>
            <pc:sldMk cId="1363302010" sldId="278"/>
            <ac:picMk id="7" creationId="{D7960A6E-E08C-7E05-C6C3-0E0A81FB84CE}"/>
          </ac:picMkLst>
        </pc:picChg>
      </pc:sldChg>
      <pc:sldChg chg="addSp delSp modSp new mod">
        <pc:chgData name="Jesper Rindom Jensen" userId="a310f5d1-ee7a-4c45-b82c-78f0432bf078" providerId="ADAL" clId="{A7B06563-0DE1-4A72-BAF2-0868E835833C}" dt="2024-09-22T14:08:44.150" v="924" actId="1076"/>
        <pc:sldMkLst>
          <pc:docMk/>
          <pc:sldMk cId="2222728584" sldId="279"/>
        </pc:sldMkLst>
        <pc:spChg chg="mod">
          <ac:chgData name="Jesper Rindom Jensen" userId="a310f5d1-ee7a-4c45-b82c-78f0432bf078" providerId="ADAL" clId="{A7B06563-0DE1-4A72-BAF2-0868E835833C}" dt="2024-09-22T14:02:28.338" v="790"/>
          <ac:spMkLst>
            <pc:docMk/>
            <pc:sldMk cId="2222728584" sldId="279"/>
            <ac:spMk id="2" creationId="{616AC134-07D7-6B35-3A70-10CFE728C7F7}"/>
          </ac:spMkLst>
        </pc:spChg>
        <pc:spChg chg="mod">
          <ac:chgData name="Jesper Rindom Jensen" userId="a310f5d1-ee7a-4c45-b82c-78f0432bf078" providerId="ADAL" clId="{A7B06563-0DE1-4A72-BAF2-0868E835833C}" dt="2024-09-22T14:03:00.979" v="806" actId="20577"/>
          <ac:spMkLst>
            <pc:docMk/>
            <pc:sldMk cId="2222728584" sldId="279"/>
            <ac:spMk id="3" creationId="{F2452BCC-96A9-C9C4-EE35-432C1D348FCF}"/>
          </ac:spMkLst>
        </pc:spChg>
        <pc:spChg chg="add mod">
          <ac:chgData name="Jesper Rindom Jensen" userId="a310f5d1-ee7a-4c45-b82c-78f0432bf078" providerId="ADAL" clId="{A7B06563-0DE1-4A72-BAF2-0868E835833C}" dt="2024-09-22T14:04:47.699" v="867" actId="1076"/>
          <ac:spMkLst>
            <pc:docMk/>
            <pc:sldMk cId="2222728584" sldId="279"/>
            <ac:spMk id="10" creationId="{C7D9A98B-9A97-1304-B8DB-103949F0C4D6}"/>
          </ac:spMkLst>
        </pc:spChg>
        <pc:picChg chg="mod">
          <ac:chgData name="Jesper Rindom Jensen" userId="a310f5d1-ee7a-4c45-b82c-78f0432bf078" providerId="ADAL" clId="{A7B06563-0DE1-4A72-BAF2-0868E835833C}" dt="2024-09-22T14:03:34.348" v="815" actId="1076"/>
          <ac:picMkLst>
            <pc:docMk/>
            <pc:sldMk cId="2222728584" sldId="279"/>
            <ac:picMk id="5" creationId="{02DB212F-0E7E-23F3-9141-7F1527C1C5E6}"/>
          </ac:picMkLst>
        </pc:picChg>
        <pc:picChg chg="del mod">
          <ac:chgData name="Jesper Rindom Jensen" userId="a310f5d1-ee7a-4c45-b82c-78f0432bf078" providerId="ADAL" clId="{A7B06563-0DE1-4A72-BAF2-0868E835833C}" dt="2024-09-22T14:04:24.249" v="835" actId="478"/>
          <ac:picMkLst>
            <pc:docMk/>
            <pc:sldMk cId="2222728584" sldId="279"/>
            <ac:picMk id="7" creationId="{8AD34200-DEEB-B802-6B76-A9D9A4EDCFBD}"/>
          </ac:picMkLst>
        </pc:picChg>
        <pc:picChg chg="mod ord">
          <ac:chgData name="Jesper Rindom Jensen" userId="a310f5d1-ee7a-4c45-b82c-78f0432bf078" providerId="ADAL" clId="{A7B06563-0DE1-4A72-BAF2-0868E835833C}" dt="2024-09-22T14:04:28.018" v="838" actId="1076"/>
          <ac:picMkLst>
            <pc:docMk/>
            <pc:sldMk cId="2222728584" sldId="279"/>
            <ac:picMk id="9" creationId="{F6DBA88C-078E-041B-657F-56906CD7CD8D}"/>
          </ac:picMkLst>
        </pc:picChg>
        <pc:picChg chg="del mod">
          <ac:chgData name="Jesper Rindom Jensen" userId="a310f5d1-ee7a-4c45-b82c-78f0432bf078" providerId="ADAL" clId="{A7B06563-0DE1-4A72-BAF2-0868E835833C}" dt="2024-09-22T14:06:23.423" v="888" actId="478"/>
          <ac:picMkLst>
            <pc:docMk/>
            <pc:sldMk cId="2222728584" sldId="279"/>
            <ac:picMk id="12" creationId="{1B88DBD5-9C3E-2212-D171-E206AEB2FD3C}"/>
          </ac:picMkLst>
        </pc:picChg>
        <pc:picChg chg="mod ord">
          <ac:chgData name="Jesper Rindom Jensen" userId="a310f5d1-ee7a-4c45-b82c-78f0432bf078" providerId="ADAL" clId="{A7B06563-0DE1-4A72-BAF2-0868E835833C}" dt="2024-09-22T14:06:28.768" v="891" actId="1076"/>
          <ac:picMkLst>
            <pc:docMk/>
            <pc:sldMk cId="2222728584" sldId="279"/>
            <ac:picMk id="14" creationId="{E807A56F-DFF9-5638-CB46-D85A80A07700}"/>
          </ac:picMkLst>
        </pc:picChg>
        <pc:picChg chg="mod">
          <ac:chgData name="Jesper Rindom Jensen" userId="a310f5d1-ee7a-4c45-b82c-78f0432bf078" providerId="ADAL" clId="{A7B06563-0DE1-4A72-BAF2-0868E835833C}" dt="2024-09-22T14:07:38.438" v="900" actId="1076"/>
          <ac:picMkLst>
            <pc:docMk/>
            <pc:sldMk cId="2222728584" sldId="279"/>
            <ac:picMk id="16" creationId="{CEB9E939-99A2-2FE1-4168-BE65E9996E7C}"/>
          </ac:picMkLst>
        </pc:picChg>
        <pc:picChg chg="del mod">
          <ac:chgData name="Jesper Rindom Jensen" userId="a310f5d1-ee7a-4c45-b82c-78f0432bf078" providerId="ADAL" clId="{A7B06563-0DE1-4A72-BAF2-0868E835833C}" dt="2024-09-22T14:08:39.411" v="921" actId="478"/>
          <ac:picMkLst>
            <pc:docMk/>
            <pc:sldMk cId="2222728584" sldId="279"/>
            <ac:picMk id="18" creationId="{EE3DCD15-F1D4-265C-6A0B-CECB213843B0}"/>
          </ac:picMkLst>
        </pc:picChg>
        <pc:picChg chg="mod ord">
          <ac:chgData name="Jesper Rindom Jensen" userId="a310f5d1-ee7a-4c45-b82c-78f0432bf078" providerId="ADAL" clId="{A7B06563-0DE1-4A72-BAF2-0868E835833C}" dt="2024-09-22T14:08:44.150" v="924" actId="1076"/>
          <ac:picMkLst>
            <pc:docMk/>
            <pc:sldMk cId="2222728584" sldId="279"/>
            <ac:picMk id="20" creationId="{B8E1B755-9FBD-EE0A-BF5E-6954A05DF4C7}"/>
          </ac:picMkLst>
        </pc:picChg>
      </pc:sldChg>
      <pc:sldChg chg="addSp delSp modSp new mod">
        <pc:chgData name="Jesper Rindom Jensen" userId="a310f5d1-ee7a-4c45-b82c-78f0432bf078" providerId="ADAL" clId="{A7B06563-0DE1-4A72-BAF2-0868E835833C}" dt="2024-09-22T14:12:27.547" v="931" actId="14100"/>
        <pc:sldMkLst>
          <pc:docMk/>
          <pc:sldMk cId="487377318" sldId="280"/>
        </pc:sldMkLst>
        <pc:spChg chg="mod">
          <ac:chgData name="Jesper Rindom Jensen" userId="a310f5d1-ee7a-4c45-b82c-78f0432bf078" providerId="ADAL" clId="{A7B06563-0DE1-4A72-BAF2-0868E835833C}" dt="2024-09-22T14:12:01.450" v="926"/>
          <ac:spMkLst>
            <pc:docMk/>
            <pc:sldMk cId="487377318" sldId="280"/>
            <ac:spMk id="2" creationId="{AAF3850B-DE40-31FB-F84D-FA5D4622C5EA}"/>
          </ac:spMkLst>
        </pc:spChg>
        <pc:spChg chg="del">
          <ac:chgData name="Jesper Rindom Jensen" userId="a310f5d1-ee7a-4c45-b82c-78f0432bf078" providerId="ADAL" clId="{A7B06563-0DE1-4A72-BAF2-0868E835833C}" dt="2024-09-22T14:12:20.198" v="927" actId="22"/>
          <ac:spMkLst>
            <pc:docMk/>
            <pc:sldMk cId="487377318" sldId="280"/>
            <ac:spMk id="3" creationId="{CA0D7606-77DC-8B14-8CB2-D91FE8888DCD}"/>
          </ac:spMkLst>
        </pc:spChg>
        <pc:picChg chg="add mod ord">
          <ac:chgData name="Jesper Rindom Jensen" userId="a310f5d1-ee7a-4c45-b82c-78f0432bf078" providerId="ADAL" clId="{A7B06563-0DE1-4A72-BAF2-0868E835833C}" dt="2024-09-22T14:12:27.547" v="931" actId="14100"/>
          <ac:picMkLst>
            <pc:docMk/>
            <pc:sldMk cId="487377318" sldId="280"/>
            <ac:picMk id="5" creationId="{CB284DDD-F79C-1641-76C2-B2950722FF59}"/>
          </ac:picMkLst>
        </pc:picChg>
      </pc:sldChg>
      <pc:sldChg chg="addSp delSp modSp new mod modClrScheme chgLayout">
        <pc:chgData name="Jesper Rindom Jensen" userId="a310f5d1-ee7a-4c45-b82c-78f0432bf078" providerId="ADAL" clId="{A7B06563-0DE1-4A72-BAF2-0868E835833C}" dt="2024-09-22T14:13:43.007" v="951"/>
        <pc:sldMkLst>
          <pc:docMk/>
          <pc:sldMk cId="820287478" sldId="281"/>
        </pc:sldMkLst>
        <pc:spChg chg="add del mod ord">
          <ac:chgData name="Jesper Rindom Jensen" userId="a310f5d1-ee7a-4c45-b82c-78f0432bf078" providerId="ADAL" clId="{A7B06563-0DE1-4A72-BAF2-0868E835833C}" dt="2024-09-22T14:13:02.454" v="937" actId="700"/>
          <ac:spMkLst>
            <pc:docMk/>
            <pc:sldMk cId="820287478" sldId="281"/>
            <ac:spMk id="2" creationId="{0CBE3A36-A639-F84C-07FC-C1B40C7F322B}"/>
          </ac:spMkLst>
        </pc:spChg>
        <pc:spChg chg="add del mod ord">
          <ac:chgData name="Jesper Rindom Jensen" userId="a310f5d1-ee7a-4c45-b82c-78f0432bf078" providerId="ADAL" clId="{A7B06563-0DE1-4A72-BAF2-0868E835833C}" dt="2024-09-22T14:13:02.454" v="937" actId="700"/>
          <ac:spMkLst>
            <pc:docMk/>
            <pc:sldMk cId="820287478" sldId="281"/>
            <ac:spMk id="3" creationId="{9DC8A3FB-5456-AB1E-0542-39106186D5E4}"/>
          </ac:spMkLst>
        </pc:spChg>
        <pc:spChg chg="add del mod ord">
          <ac:chgData name="Jesper Rindom Jensen" userId="a310f5d1-ee7a-4c45-b82c-78f0432bf078" providerId="ADAL" clId="{A7B06563-0DE1-4A72-BAF2-0868E835833C}" dt="2024-09-22T14:12:57.412" v="936" actId="700"/>
          <ac:spMkLst>
            <pc:docMk/>
            <pc:sldMk cId="820287478" sldId="281"/>
            <ac:spMk id="4" creationId="{6B059BDD-DF78-EFEA-0FCF-2FC095E03E6A}"/>
          </ac:spMkLst>
        </pc:spChg>
        <pc:spChg chg="add del mod ord">
          <ac:chgData name="Jesper Rindom Jensen" userId="a310f5d1-ee7a-4c45-b82c-78f0432bf078" providerId="ADAL" clId="{A7B06563-0DE1-4A72-BAF2-0868E835833C}" dt="2024-09-22T14:12:57.412" v="936" actId="700"/>
          <ac:spMkLst>
            <pc:docMk/>
            <pc:sldMk cId="820287478" sldId="281"/>
            <ac:spMk id="5" creationId="{8CDFF012-1557-5996-4055-9EE8AC5F7FB2}"/>
          </ac:spMkLst>
        </pc:spChg>
        <pc:spChg chg="add del mod ord">
          <ac:chgData name="Jesper Rindom Jensen" userId="a310f5d1-ee7a-4c45-b82c-78f0432bf078" providerId="ADAL" clId="{A7B06563-0DE1-4A72-BAF2-0868E835833C}" dt="2024-09-22T14:12:57.412" v="936" actId="700"/>
          <ac:spMkLst>
            <pc:docMk/>
            <pc:sldMk cId="820287478" sldId="281"/>
            <ac:spMk id="6" creationId="{B280ECBB-F611-811C-32CC-EE4906B52303}"/>
          </ac:spMkLst>
        </pc:spChg>
        <pc:spChg chg="add mod ord">
          <ac:chgData name="Jesper Rindom Jensen" userId="a310f5d1-ee7a-4c45-b82c-78f0432bf078" providerId="ADAL" clId="{A7B06563-0DE1-4A72-BAF2-0868E835833C}" dt="2024-09-22T14:13:43.007" v="951"/>
          <ac:spMkLst>
            <pc:docMk/>
            <pc:sldMk cId="820287478" sldId="281"/>
            <ac:spMk id="7" creationId="{121EC943-917B-A88A-3450-1C7F62EA665E}"/>
          </ac:spMkLst>
        </pc:spChg>
        <pc:spChg chg="add mod ord">
          <ac:chgData name="Jesper Rindom Jensen" userId="a310f5d1-ee7a-4c45-b82c-78f0432bf078" providerId="ADAL" clId="{A7B06563-0DE1-4A72-BAF2-0868E835833C}" dt="2024-09-22T14:13:24.894" v="949" actId="27636"/>
          <ac:spMkLst>
            <pc:docMk/>
            <pc:sldMk cId="820287478" sldId="281"/>
            <ac:spMk id="8" creationId="{4B5F0D6D-CE4D-3DCB-B5FA-E90D251B6635}"/>
          </ac:spMkLst>
        </pc:spChg>
        <pc:spChg chg="add del mod ord">
          <ac:chgData name="Jesper Rindom Jensen" userId="a310f5d1-ee7a-4c45-b82c-78f0432bf078" providerId="ADAL" clId="{A7B06563-0DE1-4A72-BAF2-0868E835833C}" dt="2024-09-22T14:13:37.613" v="950" actId="22"/>
          <ac:spMkLst>
            <pc:docMk/>
            <pc:sldMk cId="820287478" sldId="281"/>
            <ac:spMk id="9" creationId="{114B6E46-58E3-70B6-12C3-40A8DEE2950B}"/>
          </ac:spMkLst>
        </pc:spChg>
        <pc:picChg chg="add mod ord">
          <ac:chgData name="Jesper Rindom Jensen" userId="a310f5d1-ee7a-4c45-b82c-78f0432bf078" providerId="ADAL" clId="{A7B06563-0DE1-4A72-BAF2-0868E835833C}" dt="2024-09-22T14:13:37.613" v="950" actId="22"/>
          <ac:picMkLst>
            <pc:docMk/>
            <pc:sldMk cId="820287478" sldId="281"/>
            <ac:picMk id="11" creationId="{E2391734-CB97-E381-D924-3A21368A862D}"/>
          </ac:picMkLst>
        </pc:picChg>
      </pc:sldChg>
      <pc:sldChg chg="addSp delSp modSp new mod modClrScheme chgLayout">
        <pc:chgData name="Jesper Rindom Jensen" userId="a310f5d1-ee7a-4c45-b82c-78f0432bf078" providerId="ADAL" clId="{A7B06563-0DE1-4A72-BAF2-0868E835833C}" dt="2024-09-22T14:16:47.550" v="1010" actId="1076"/>
        <pc:sldMkLst>
          <pc:docMk/>
          <pc:sldMk cId="3077154217" sldId="282"/>
        </pc:sldMkLst>
        <pc:spChg chg="del mod ord">
          <ac:chgData name="Jesper Rindom Jensen" userId="a310f5d1-ee7a-4c45-b82c-78f0432bf078" providerId="ADAL" clId="{A7B06563-0DE1-4A72-BAF2-0868E835833C}" dt="2024-09-22T14:14:02.527" v="953" actId="700"/>
          <ac:spMkLst>
            <pc:docMk/>
            <pc:sldMk cId="3077154217" sldId="282"/>
            <ac:spMk id="2" creationId="{C4A5F2F7-78EF-8044-864B-946F254920E8}"/>
          </ac:spMkLst>
        </pc:spChg>
        <pc:spChg chg="del mod ord">
          <ac:chgData name="Jesper Rindom Jensen" userId="a310f5d1-ee7a-4c45-b82c-78f0432bf078" providerId="ADAL" clId="{A7B06563-0DE1-4A72-BAF2-0868E835833C}" dt="2024-09-22T14:14:02.527" v="953" actId="700"/>
          <ac:spMkLst>
            <pc:docMk/>
            <pc:sldMk cId="3077154217" sldId="282"/>
            <ac:spMk id="3" creationId="{759239CD-8928-FAF7-676D-92AA5A7D5CF0}"/>
          </ac:spMkLst>
        </pc:spChg>
        <pc:spChg chg="del">
          <ac:chgData name="Jesper Rindom Jensen" userId="a310f5d1-ee7a-4c45-b82c-78f0432bf078" providerId="ADAL" clId="{A7B06563-0DE1-4A72-BAF2-0868E835833C}" dt="2024-09-22T14:14:02.527" v="953" actId="700"/>
          <ac:spMkLst>
            <pc:docMk/>
            <pc:sldMk cId="3077154217" sldId="282"/>
            <ac:spMk id="4" creationId="{DA45E7D2-E26F-2EE4-5945-D0550A6630A2}"/>
          </ac:spMkLst>
        </pc:spChg>
        <pc:spChg chg="add mod ord">
          <ac:chgData name="Jesper Rindom Jensen" userId="a310f5d1-ee7a-4c45-b82c-78f0432bf078" providerId="ADAL" clId="{A7B06563-0DE1-4A72-BAF2-0868E835833C}" dt="2024-09-22T14:14:56.158" v="977"/>
          <ac:spMkLst>
            <pc:docMk/>
            <pc:sldMk cId="3077154217" sldId="282"/>
            <ac:spMk id="5" creationId="{CDA3E852-A52B-6871-57F4-01BB2C87B6D7}"/>
          </ac:spMkLst>
        </pc:spChg>
        <pc:spChg chg="add mod ord">
          <ac:chgData name="Jesper Rindom Jensen" userId="a310f5d1-ee7a-4c45-b82c-78f0432bf078" providerId="ADAL" clId="{A7B06563-0DE1-4A72-BAF2-0868E835833C}" dt="2024-09-22T14:15:32.850" v="1001" actId="27636"/>
          <ac:spMkLst>
            <pc:docMk/>
            <pc:sldMk cId="3077154217" sldId="282"/>
            <ac:spMk id="6" creationId="{47A3F67E-BF07-F3B2-56D4-FD72583AD374}"/>
          </ac:spMkLst>
        </pc:spChg>
        <pc:picChg chg="mod">
          <ac:chgData name="Jesper Rindom Jensen" userId="a310f5d1-ee7a-4c45-b82c-78f0432bf078" providerId="ADAL" clId="{A7B06563-0DE1-4A72-BAF2-0868E835833C}" dt="2024-09-22T14:16:47.550" v="1010" actId="1076"/>
          <ac:picMkLst>
            <pc:docMk/>
            <pc:sldMk cId="3077154217" sldId="282"/>
            <ac:picMk id="8" creationId="{6E370D31-6D0D-E442-C419-76FC9E6B1E89}"/>
          </ac:picMkLst>
        </pc:picChg>
      </pc:sldChg>
      <pc:sldChg chg="addSp delSp modSp new mod">
        <pc:chgData name="Jesper Rindom Jensen" userId="a310f5d1-ee7a-4c45-b82c-78f0432bf078" providerId="ADAL" clId="{A7B06563-0DE1-4A72-BAF2-0868E835833C}" dt="2024-09-22T14:22:42.438" v="1272" actId="114"/>
        <pc:sldMkLst>
          <pc:docMk/>
          <pc:sldMk cId="3461158462" sldId="283"/>
        </pc:sldMkLst>
        <pc:spChg chg="mod">
          <ac:chgData name="Jesper Rindom Jensen" userId="a310f5d1-ee7a-4c45-b82c-78f0432bf078" providerId="ADAL" clId="{A7B06563-0DE1-4A72-BAF2-0868E835833C}" dt="2024-09-22T14:22:08.208" v="1263"/>
          <ac:spMkLst>
            <pc:docMk/>
            <pc:sldMk cId="3461158462" sldId="283"/>
            <ac:spMk id="2" creationId="{1090F1A3-5897-4827-54C4-E57959236457}"/>
          </ac:spMkLst>
        </pc:spChg>
        <pc:spChg chg="mod">
          <ac:chgData name="Jesper Rindom Jensen" userId="a310f5d1-ee7a-4c45-b82c-78f0432bf078" providerId="ADAL" clId="{A7B06563-0DE1-4A72-BAF2-0868E835833C}" dt="2024-09-22T14:22:42.438" v="1272" actId="114"/>
          <ac:spMkLst>
            <pc:docMk/>
            <pc:sldMk cId="3461158462" sldId="283"/>
            <ac:spMk id="3" creationId="{B4AAB205-1BDC-FA20-EE5B-E40FC5626AF6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9" creationId="{82B734D3-67CF-1C9F-54E5-3179C4126FED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10" creationId="{1D969375-0822-2F43-61E2-774C9A3A2B64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11" creationId="{A5E5C1E7-15CF-9AB9-F18D-C446002087A4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12" creationId="{469C46D2-0287-42FB-725A-C5E4E307906B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13" creationId="{9637B97E-35B7-8D0D-1F80-EF697D673880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14" creationId="{FE4DD237-8818-E4E5-0499-07E7DCD84A18}"/>
          </ac:spMkLst>
        </pc:spChg>
        <pc:spChg chg="mod topLvl">
          <ac:chgData name="Jesper Rindom Jensen" userId="a310f5d1-ee7a-4c45-b82c-78f0432bf078" providerId="ADAL" clId="{A7B06563-0DE1-4A72-BAF2-0868E835833C}" dt="2024-09-22T14:17:46.789" v="1066"/>
          <ac:spMkLst>
            <pc:docMk/>
            <pc:sldMk cId="3461158462" sldId="283"/>
            <ac:spMk id="15" creationId="{4F76BDE7-88D2-5137-7B4B-62D0E8498A3F}"/>
          </ac:spMkLst>
        </pc:spChg>
        <pc:grpChg chg="del mod">
          <ac:chgData name="Jesper Rindom Jensen" userId="a310f5d1-ee7a-4c45-b82c-78f0432bf078" providerId="ADAL" clId="{A7B06563-0DE1-4A72-BAF2-0868E835833C}" dt="2024-09-22T14:17:46.783" v="1052"/>
          <ac:grpSpMkLst>
            <pc:docMk/>
            <pc:sldMk cId="3461158462" sldId="283"/>
            <ac:grpSpMk id="8" creationId="{04D387FC-E62D-A344-0E0D-1EBA2F26ABF4}"/>
          </ac:grpSpMkLst>
        </pc:grpChg>
        <pc:grpChg chg="add del mod ord">
          <ac:chgData name="Jesper Rindom Jensen" userId="a310f5d1-ee7a-4c45-b82c-78f0432bf078" providerId="ADAL" clId="{A7B06563-0DE1-4A72-BAF2-0868E835833C}" dt="2024-09-22T14:18:09.239" v="1112"/>
          <ac:grpSpMkLst>
            <pc:docMk/>
            <pc:sldMk cId="3461158462" sldId="283"/>
            <ac:grpSpMk id="16" creationId="{05684617-A664-B43A-49C2-B39EB16E48C9}"/>
          </ac:grpSpMkLst>
        </pc:grpChg>
        <pc:picChg chg="del mod">
          <ac:chgData name="Jesper Rindom Jensen" userId="a310f5d1-ee7a-4c45-b82c-78f0432bf078" providerId="ADAL" clId="{A7B06563-0DE1-4A72-BAF2-0868E835833C}" dt="2024-09-22T14:17:46.795" v="1071"/>
          <ac:picMkLst>
            <pc:docMk/>
            <pc:sldMk cId="3461158462" sldId="283"/>
            <ac:picMk id="5" creationId="{E90BABC9-C342-18E0-989C-9494CAA21C8B}"/>
          </ac:picMkLst>
        </pc:picChg>
        <pc:picChg chg="add del mod">
          <ac:chgData name="Jesper Rindom Jensen" userId="a310f5d1-ee7a-4c45-b82c-78f0432bf078" providerId="ADAL" clId="{A7B06563-0DE1-4A72-BAF2-0868E835833C}" dt="2024-09-22T14:17:46.782" v="1051" actId="27803"/>
          <ac:picMkLst>
            <pc:docMk/>
            <pc:sldMk cId="3461158462" sldId="283"/>
            <ac:picMk id="7" creationId="{1556032D-B40B-C30D-7C64-31D90FB4C988}"/>
          </ac:picMkLst>
        </pc:picChg>
        <pc:picChg chg="add mod ord">
          <ac:chgData name="Jesper Rindom Jensen" userId="a310f5d1-ee7a-4c45-b82c-78f0432bf078" providerId="ADAL" clId="{A7B06563-0DE1-4A72-BAF2-0868E835833C}" dt="2024-09-22T14:18:52.505" v="1146" actId="1038"/>
          <ac:picMkLst>
            <pc:docMk/>
            <pc:sldMk cId="3461158462" sldId="283"/>
            <ac:picMk id="18" creationId="{FAA68508-F1C8-18CB-1D9D-6FDBF4113CA4}"/>
          </ac:picMkLst>
        </pc:picChg>
        <pc:picChg chg="mod">
          <ac:chgData name="Jesper Rindom Jensen" userId="a310f5d1-ee7a-4c45-b82c-78f0432bf078" providerId="ADAL" clId="{A7B06563-0DE1-4A72-BAF2-0868E835833C}" dt="2024-09-22T14:20:01.153" v="1187" actId="1035"/>
          <ac:picMkLst>
            <pc:docMk/>
            <pc:sldMk cId="3461158462" sldId="283"/>
            <ac:picMk id="20" creationId="{15F4C25A-714C-2546-322F-69DD75441C1F}"/>
          </ac:picMkLst>
        </pc:picChg>
        <pc:picChg chg="mod">
          <ac:chgData name="Jesper Rindom Jensen" userId="a310f5d1-ee7a-4c45-b82c-78f0432bf078" providerId="ADAL" clId="{A7B06563-0DE1-4A72-BAF2-0868E835833C}" dt="2024-09-22T14:20:19.705" v="1201" actId="1038"/>
          <ac:picMkLst>
            <pc:docMk/>
            <pc:sldMk cId="3461158462" sldId="283"/>
            <ac:picMk id="22" creationId="{716E7928-6F06-4A85-4692-E777FDCD7980}"/>
          </ac:picMkLst>
        </pc:picChg>
        <pc:picChg chg="mod">
          <ac:chgData name="Jesper Rindom Jensen" userId="a310f5d1-ee7a-4c45-b82c-78f0432bf078" providerId="ADAL" clId="{A7B06563-0DE1-4A72-BAF2-0868E835833C}" dt="2024-09-22T14:20:49.472" v="1220" actId="1076"/>
          <ac:picMkLst>
            <pc:docMk/>
            <pc:sldMk cId="3461158462" sldId="283"/>
            <ac:picMk id="24" creationId="{EA8AFCAE-7FFB-9D55-01D1-E967C3124143}"/>
          </ac:picMkLst>
        </pc:picChg>
        <pc:picChg chg="mod">
          <ac:chgData name="Jesper Rindom Jensen" userId="a310f5d1-ee7a-4c45-b82c-78f0432bf078" providerId="ADAL" clId="{A7B06563-0DE1-4A72-BAF2-0868E835833C}" dt="2024-09-22T14:21:42.207" v="1250" actId="1076"/>
          <ac:picMkLst>
            <pc:docMk/>
            <pc:sldMk cId="3461158462" sldId="283"/>
            <ac:picMk id="26" creationId="{533E4D8B-0103-F53B-76F1-9A3F03F9855C}"/>
          </ac:picMkLst>
        </pc:picChg>
        <pc:picChg chg="mod">
          <ac:chgData name="Jesper Rindom Jensen" userId="a310f5d1-ee7a-4c45-b82c-78f0432bf078" providerId="ADAL" clId="{A7B06563-0DE1-4A72-BAF2-0868E835833C}" dt="2024-09-22T14:22:01.175" v="1262" actId="1076"/>
          <ac:picMkLst>
            <pc:docMk/>
            <pc:sldMk cId="3461158462" sldId="283"/>
            <ac:picMk id="28" creationId="{5C20ED0F-2F7C-434F-17B4-1FE1FB5BE0A8}"/>
          </ac:picMkLst>
        </pc:picChg>
      </pc:sldChg>
    </pc:docChg>
  </pc:docChgLst>
  <pc:docChgLst>
    <pc:chgData name="Jesper Rindom Jensen" userId="a310f5d1-ee7a-4c45-b82c-78f0432bf078" providerId="ADAL" clId="{B5EBE4D9-D016-426F-8980-213FCB672033}"/>
    <pc:docChg chg="undo custSel addSld delSld modSld">
      <pc:chgData name="Jesper Rindom Jensen" userId="a310f5d1-ee7a-4c45-b82c-78f0432bf078" providerId="ADAL" clId="{B5EBE4D9-D016-426F-8980-213FCB672033}" dt="2024-09-27T08:33:43.088" v="4733" actId="20577"/>
      <pc:docMkLst>
        <pc:docMk/>
      </pc:docMkLst>
      <pc:sldChg chg="modSp mod">
        <pc:chgData name="Jesper Rindom Jensen" userId="a310f5d1-ee7a-4c45-b82c-78f0432bf078" providerId="ADAL" clId="{B5EBE4D9-D016-426F-8980-213FCB672033}" dt="2024-09-25T08:56:15.785" v="780" actId="27636"/>
        <pc:sldMkLst>
          <pc:docMk/>
          <pc:sldMk cId="1976493628" sldId="256"/>
        </pc:sldMkLst>
        <pc:spChg chg="mod">
          <ac:chgData name="Jesper Rindom Jensen" userId="a310f5d1-ee7a-4c45-b82c-78f0432bf078" providerId="ADAL" clId="{B5EBE4D9-D016-426F-8980-213FCB672033}" dt="2024-09-25T08:56:15.785" v="780" actId="27636"/>
          <ac:spMkLst>
            <pc:docMk/>
            <pc:sldMk cId="1976493628" sldId="256"/>
            <ac:spMk id="2" creationId="{8CE5FD2F-7BCB-5CB0-0241-99CDD302C83E}"/>
          </ac:spMkLst>
        </pc:spChg>
      </pc:sldChg>
      <pc:sldChg chg="addSp delSp modSp new mod">
        <pc:chgData name="Jesper Rindom Jensen" userId="a310f5d1-ee7a-4c45-b82c-78f0432bf078" providerId="ADAL" clId="{B5EBE4D9-D016-426F-8980-213FCB672033}" dt="2024-09-25T07:49:20.106" v="213" actId="1076"/>
        <pc:sldMkLst>
          <pc:docMk/>
          <pc:sldMk cId="3434131178" sldId="257"/>
        </pc:sldMkLst>
        <pc:spChg chg="mod">
          <ac:chgData name="Jesper Rindom Jensen" userId="a310f5d1-ee7a-4c45-b82c-78f0432bf078" providerId="ADAL" clId="{B5EBE4D9-D016-426F-8980-213FCB672033}" dt="2024-09-25T07:40:25.616" v="2"/>
          <ac:spMkLst>
            <pc:docMk/>
            <pc:sldMk cId="3434131178" sldId="257"/>
            <ac:spMk id="2" creationId="{9BE528F6-BC03-2823-5189-F3071A0A4501}"/>
          </ac:spMkLst>
        </pc:spChg>
        <pc:spChg chg="mod">
          <ac:chgData name="Jesper Rindom Jensen" userId="a310f5d1-ee7a-4c45-b82c-78f0432bf078" providerId="ADAL" clId="{B5EBE4D9-D016-426F-8980-213FCB672033}" dt="2024-09-25T07:46:35.866" v="187" actId="20577"/>
          <ac:spMkLst>
            <pc:docMk/>
            <pc:sldMk cId="3434131178" sldId="257"/>
            <ac:spMk id="3" creationId="{DD1A0FBD-2DAF-08D2-12A0-10724E92BD71}"/>
          </ac:spMkLst>
        </pc:spChg>
        <pc:picChg chg="add mod">
          <ac:chgData name="Jesper Rindom Jensen" userId="a310f5d1-ee7a-4c45-b82c-78f0432bf078" providerId="ADAL" clId="{B5EBE4D9-D016-426F-8980-213FCB672033}" dt="2024-09-25T07:46:40.400" v="188" actId="1076"/>
          <ac:picMkLst>
            <pc:docMk/>
            <pc:sldMk cId="3434131178" sldId="257"/>
            <ac:picMk id="5" creationId="{858EC21B-9212-3F55-411D-1D4F4727FAD4}"/>
          </ac:picMkLst>
        </pc:picChg>
        <pc:picChg chg="del mod">
          <ac:chgData name="Jesper Rindom Jensen" userId="a310f5d1-ee7a-4c45-b82c-78f0432bf078" providerId="ADAL" clId="{B5EBE4D9-D016-426F-8980-213FCB672033}" dt="2024-09-25T07:45:49.856" v="179" actId="478"/>
          <ac:picMkLst>
            <pc:docMk/>
            <pc:sldMk cId="3434131178" sldId="257"/>
            <ac:picMk id="7" creationId="{F244B2AA-E487-64B9-3026-D28564035A3E}"/>
          </ac:picMkLst>
        </pc:picChg>
        <pc:picChg chg="del mod ord">
          <ac:chgData name="Jesper Rindom Jensen" userId="a310f5d1-ee7a-4c45-b82c-78f0432bf078" providerId="ADAL" clId="{B5EBE4D9-D016-426F-8980-213FCB672033}" dt="2024-09-25T07:49:04.013" v="201" actId="478"/>
          <ac:picMkLst>
            <pc:docMk/>
            <pc:sldMk cId="3434131178" sldId="257"/>
            <ac:picMk id="9" creationId="{E2F933FE-E88C-1DDE-430F-BB338CF7382D}"/>
          </ac:picMkLst>
        </pc:picChg>
        <pc:picChg chg="del mod ord">
          <ac:chgData name="Jesper Rindom Jensen" userId="a310f5d1-ee7a-4c45-b82c-78f0432bf078" providerId="ADAL" clId="{B5EBE4D9-D016-426F-8980-213FCB672033}" dt="2024-09-25T07:49:16.467" v="212" actId="478"/>
          <ac:picMkLst>
            <pc:docMk/>
            <pc:sldMk cId="3434131178" sldId="257"/>
            <ac:picMk id="11" creationId="{5CFE71A1-F57B-1A9A-73EF-39C222171BB9}"/>
          </ac:picMkLst>
        </pc:picChg>
        <pc:picChg chg="mod ord">
          <ac:chgData name="Jesper Rindom Jensen" userId="a310f5d1-ee7a-4c45-b82c-78f0432bf078" providerId="ADAL" clId="{B5EBE4D9-D016-426F-8980-213FCB672033}" dt="2024-09-25T07:49:20.106" v="213" actId="1076"/>
          <ac:picMkLst>
            <pc:docMk/>
            <pc:sldMk cId="3434131178" sldId="257"/>
            <ac:picMk id="13" creationId="{3730DD9E-8B04-75F3-3497-961901DADCE4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4091737506" sldId="257"/>
        </pc:sldMkLst>
      </pc:sldChg>
      <pc:sldChg chg="modSp new mod">
        <pc:chgData name="Jesper Rindom Jensen" userId="a310f5d1-ee7a-4c45-b82c-78f0432bf078" providerId="ADAL" clId="{B5EBE4D9-D016-426F-8980-213FCB672033}" dt="2024-09-25T07:57:25.154" v="515" actId="114"/>
        <pc:sldMkLst>
          <pc:docMk/>
          <pc:sldMk cId="60723653" sldId="258"/>
        </pc:sldMkLst>
        <pc:spChg chg="mod">
          <ac:chgData name="Jesper Rindom Jensen" userId="a310f5d1-ee7a-4c45-b82c-78f0432bf078" providerId="ADAL" clId="{B5EBE4D9-D016-426F-8980-213FCB672033}" dt="2024-09-25T07:49:38.659" v="215"/>
          <ac:spMkLst>
            <pc:docMk/>
            <pc:sldMk cId="60723653" sldId="258"/>
            <ac:spMk id="2" creationId="{31D4BEC7-14D9-2F13-3AD3-66734E4DBE15}"/>
          </ac:spMkLst>
        </pc:spChg>
        <pc:spChg chg="mod">
          <ac:chgData name="Jesper Rindom Jensen" userId="a310f5d1-ee7a-4c45-b82c-78f0432bf078" providerId="ADAL" clId="{B5EBE4D9-D016-426F-8980-213FCB672033}" dt="2024-09-25T07:57:25.154" v="515" actId="114"/>
          <ac:spMkLst>
            <pc:docMk/>
            <pc:sldMk cId="60723653" sldId="258"/>
            <ac:spMk id="3" creationId="{8591D004-DE01-E2F9-24E9-69B4F20152A0}"/>
          </ac:spMkLst>
        </pc:spChg>
        <pc:picChg chg="mod">
          <ac:chgData name="Jesper Rindom Jensen" userId="a310f5d1-ee7a-4c45-b82c-78f0432bf078" providerId="ADAL" clId="{B5EBE4D9-D016-426F-8980-213FCB672033}" dt="2024-09-25T07:50:56.519" v="280" actId="1076"/>
          <ac:picMkLst>
            <pc:docMk/>
            <pc:sldMk cId="60723653" sldId="258"/>
            <ac:picMk id="5" creationId="{678D533C-10B2-0302-B613-70AB742FBEE4}"/>
          </ac:picMkLst>
        </pc:picChg>
        <pc:picChg chg="mod">
          <ac:chgData name="Jesper Rindom Jensen" userId="a310f5d1-ee7a-4c45-b82c-78f0432bf078" providerId="ADAL" clId="{B5EBE4D9-D016-426F-8980-213FCB672033}" dt="2024-09-25T07:54:48.055" v="366" actId="1076"/>
          <ac:picMkLst>
            <pc:docMk/>
            <pc:sldMk cId="60723653" sldId="258"/>
            <ac:picMk id="7" creationId="{573BE292-F6DB-5C32-02CA-D64CB5F86502}"/>
          </ac:picMkLst>
        </pc:picChg>
        <pc:picChg chg="mod">
          <ac:chgData name="Jesper Rindom Jensen" userId="a310f5d1-ee7a-4c45-b82c-78f0432bf078" providerId="ADAL" clId="{B5EBE4D9-D016-426F-8980-213FCB672033}" dt="2024-09-25T07:55:59.336" v="415" actId="1076"/>
          <ac:picMkLst>
            <pc:docMk/>
            <pc:sldMk cId="60723653" sldId="258"/>
            <ac:picMk id="9" creationId="{DCD849B9-ADB1-6430-3FE7-A3A26B145B77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685476378" sldId="258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24090207" sldId="259"/>
        </pc:sldMkLst>
      </pc:sldChg>
      <pc:sldChg chg="delSp modSp new mod">
        <pc:chgData name="Jesper Rindom Jensen" userId="a310f5d1-ee7a-4c45-b82c-78f0432bf078" providerId="ADAL" clId="{B5EBE4D9-D016-426F-8980-213FCB672033}" dt="2024-09-25T08:55:25.569" v="691" actId="20577"/>
        <pc:sldMkLst>
          <pc:docMk/>
          <pc:sldMk cId="267260061" sldId="259"/>
        </pc:sldMkLst>
        <pc:spChg chg="mod">
          <ac:chgData name="Jesper Rindom Jensen" userId="a310f5d1-ee7a-4c45-b82c-78f0432bf078" providerId="ADAL" clId="{B5EBE4D9-D016-426F-8980-213FCB672033}" dt="2024-09-25T07:57:44.846" v="521" actId="20577"/>
          <ac:spMkLst>
            <pc:docMk/>
            <pc:sldMk cId="267260061" sldId="259"/>
            <ac:spMk id="2" creationId="{0E99BC8A-7482-7CBF-7E36-5926297B79E5}"/>
          </ac:spMkLst>
        </pc:spChg>
        <pc:spChg chg="mod">
          <ac:chgData name="Jesper Rindom Jensen" userId="a310f5d1-ee7a-4c45-b82c-78f0432bf078" providerId="ADAL" clId="{B5EBE4D9-D016-426F-8980-213FCB672033}" dt="2024-09-25T08:55:25.569" v="691" actId="20577"/>
          <ac:spMkLst>
            <pc:docMk/>
            <pc:sldMk cId="267260061" sldId="259"/>
            <ac:spMk id="3" creationId="{473723D1-E783-12A2-806D-7E77DA54017A}"/>
          </ac:spMkLst>
        </pc:spChg>
        <pc:picChg chg="mod">
          <ac:chgData name="Jesper Rindom Jensen" userId="a310f5d1-ee7a-4c45-b82c-78f0432bf078" providerId="ADAL" clId="{B5EBE4D9-D016-426F-8980-213FCB672033}" dt="2024-09-25T08:52:13.868" v="586" actId="1076"/>
          <ac:picMkLst>
            <pc:docMk/>
            <pc:sldMk cId="267260061" sldId="259"/>
            <ac:picMk id="5" creationId="{5F0C9EF9-A0A6-9008-633D-093B5B31A99F}"/>
          </ac:picMkLst>
        </pc:picChg>
        <pc:picChg chg="del mod">
          <ac:chgData name="Jesper Rindom Jensen" userId="a310f5d1-ee7a-4c45-b82c-78f0432bf078" providerId="ADAL" clId="{B5EBE4D9-D016-426F-8980-213FCB672033}" dt="2024-09-25T08:54:44.803" v="621" actId="478"/>
          <ac:picMkLst>
            <pc:docMk/>
            <pc:sldMk cId="267260061" sldId="259"/>
            <ac:picMk id="7" creationId="{BA4633A7-05C8-E945-D5B1-295E5173F134}"/>
          </ac:picMkLst>
        </pc:picChg>
        <pc:picChg chg="mod ord">
          <ac:chgData name="Jesper Rindom Jensen" userId="a310f5d1-ee7a-4c45-b82c-78f0432bf078" providerId="ADAL" clId="{B5EBE4D9-D016-426F-8980-213FCB672033}" dt="2024-09-25T08:55:04.418" v="628" actId="1076"/>
          <ac:picMkLst>
            <pc:docMk/>
            <pc:sldMk cId="267260061" sldId="259"/>
            <ac:picMk id="9" creationId="{46724368-5667-3DEF-502E-1EF226A5A0E6}"/>
          </ac:picMkLst>
        </pc:picChg>
      </pc:sldChg>
      <pc:sldChg chg="delSp modSp new mod">
        <pc:chgData name="Jesper Rindom Jensen" userId="a310f5d1-ee7a-4c45-b82c-78f0432bf078" providerId="ADAL" clId="{B5EBE4D9-D016-426F-8980-213FCB672033}" dt="2024-09-25T09:44:23.876" v="1079" actId="113"/>
        <pc:sldMkLst>
          <pc:docMk/>
          <pc:sldMk cId="1143056291" sldId="260"/>
        </pc:sldMkLst>
        <pc:spChg chg="mod">
          <ac:chgData name="Jesper Rindom Jensen" userId="a310f5d1-ee7a-4c45-b82c-78f0432bf078" providerId="ADAL" clId="{B5EBE4D9-D016-426F-8980-213FCB672033}" dt="2024-09-25T08:55:49.833" v="751" actId="20577"/>
          <ac:spMkLst>
            <pc:docMk/>
            <pc:sldMk cId="1143056291" sldId="260"/>
            <ac:spMk id="2" creationId="{A3667CB3-B8A8-12D7-04F1-CE5601F08DE3}"/>
          </ac:spMkLst>
        </pc:spChg>
        <pc:spChg chg="mod">
          <ac:chgData name="Jesper Rindom Jensen" userId="a310f5d1-ee7a-4c45-b82c-78f0432bf078" providerId="ADAL" clId="{B5EBE4D9-D016-426F-8980-213FCB672033}" dt="2024-09-25T09:44:23.876" v="1079" actId="113"/>
          <ac:spMkLst>
            <pc:docMk/>
            <pc:sldMk cId="1143056291" sldId="260"/>
            <ac:spMk id="3" creationId="{29AFAC78-C8D5-5409-03AB-E171E0D4E22B}"/>
          </ac:spMkLst>
        </pc:spChg>
        <pc:picChg chg="del mod">
          <ac:chgData name="Jesper Rindom Jensen" userId="a310f5d1-ee7a-4c45-b82c-78f0432bf078" providerId="ADAL" clId="{B5EBE4D9-D016-426F-8980-213FCB672033}" dt="2024-09-25T09:38:09.170" v="799" actId="478"/>
          <ac:picMkLst>
            <pc:docMk/>
            <pc:sldMk cId="1143056291" sldId="260"/>
            <ac:picMk id="5" creationId="{57BB39FF-B0A8-CB2F-0018-31CA20853766}"/>
          </ac:picMkLst>
        </pc:picChg>
        <pc:picChg chg="del mod ord">
          <ac:chgData name="Jesper Rindom Jensen" userId="a310f5d1-ee7a-4c45-b82c-78f0432bf078" providerId="ADAL" clId="{B5EBE4D9-D016-426F-8980-213FCB672033}" dt="2024-09-25T09:38:32.170" v="811" actId="478"/>
          <ac:picMkLst>
            <pc:docMk/>
            <pc:sldMk cId="1143056291" sldId="260"/>
            <ac:picMk id="7" creationId="{8A99210C-D2FD-8247-462D-EAA0B7080BFC}"/>
          </ac:picMkLst>
        </pc:picChg>
        <pc:picChg chg="mod ord">
          <ac:chgData name="Jesper Rindom Jensen" userId="a310f5d1-ee7a-4c45-b82c-78f0432bf078" providerId="ADAL" clId="{B5EBE4D9-D016-426F-8980-213FCB672033}" dt="2024-09-25T09:38:38.270" v="812" actId="1076"/>
          <ac:picMkLst>
            <pc:docMk/>
            <pc:sldMk cId="1143056291" sldId="260"/>
            <ac:picMk id="9" creationId="{4D039E1D-B340-17E6-7386-8F07CEA1F1FB}"/>
          </ac:picMkLst>
        </pc:picChg>
        <pc:picChg chg="del mod">
          <ac:chgData name="Jesper Rindom Jensen" userId="a310f5d1-ee7a-4c45-b82c-78f0432bf078" providerId="ADAL" clId="{B5EBE4D9-D016-426F-8980-213FCB672033}" dt="2024-09-25T09:40:43.834" v="839" actId="478"/>
          <ac:picMkLst>
            <pc:docMk/>
            <pc:sldMk cId="1143056291" sldId="260"/>
            <ac:picMk id="11" creationId="{C4C56D90-7BB1-695D-A80B-3ECDC6509F79}"/>
          </ac:picMkLst>
        </pc:picChg>
        <pc:picChg chg="mod ord">
          <ac:chgData name="Jesper Rindom Jensen" userId="a310f5d1-ee7a-4c45-b82c-78f0432bf078" providerId="ADAL" clId="{B5EBE4D9-D016-426F-8980-213FCB672033}" dt="2024-09-25T09:40:50.049" v="840" actId="1076"/>
          <ac:picMkLst>
            <pc:docMk/>
            <pc:sldMk cId="1143056291" sldId="260"/>
            <ac:picMk id="13" creationId="{0D38187A-902A-A052-394D-C64D4BD2F491}"/>
          </ac:picMkLst>
        </pc:picChg>
        <pc:picChg chg="mod">
          <ac:chgData name="Jesper Rindom Jensen" userId="a310f5d1-ee7a-4c45-b82c-78f0432bf078" providerId="ADAL" clId="{B5EBE4D9-D016-426F-8980-213FCB672033}" dt="2024-09-25T09:42:58.849" v="885" actId="1037"/>
          <ac:picMkLst>
            <pc:docMk/>
            <pc:sldMk cId="1143056291" sldId="260"/>
            <ac:picMk id="15" creationId="{A9396D3C-C640-0E5A-7762-A696463DB583}"/>
          </ac:picMkLst>
        </pc:picChg>
        <pc:picChg chg="mod">
          <ac:chgData name="Jesper Rindom Jensen" userId="a310f5d1-ee7a-4c45-b82c-78f0432bf078" providerId="ADAL" clId="{B5EBE4D9-D016-426F-8980-213FCB672033}" dt="2024-09-25T09:43:22.303" v="897" actId="1037"/>
          <ac:picMkLst>
            <pc:docMk/>
            <pc:sldMk cId="1143056291" sldId="260"/>
            <ac:picMk id="17" creationId="{0258DEEE-C63C-F57B-DDC9-521FE4BE95BD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441425288" sldId="260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58054289" sldId="261"/>
        </pc:sldMkLst>
      </pc:sldChg>
      <pc:sldChg chg="addSp delSp modSp new mod">
        <pc:chgData name="Jesper Rindom Jensen" userId="a310f5d1-ee7a-4c45-b82c-78f0432bf078" providerId="ADAL" clId="{B5EBE4D9-D016-426F-8980-213FCB672033}" dt="2024-09-25T09:53:17.772" v="1267" actId="20577"/>
        <pc:sldMkLst>
          <pc:docMk/>
          <pc:sldMk cId="1690314071" sldId="261"/>
        </pc:sldMkLst>
        <pc:spChg chg="mod">
          <ac:chgData name="Jesper Rindom Jensen" userId="a310f5d1-ee7a-4c45-b82c-78f0432bf078" providerId="ADAL" clId="{B5EBE4D9-D016-426F-8980-213FCB672033}" dt="2024-09-25T09:44:35.851" v="1085" actId="20577"/>
          <ac:spMkLst>
            <pc:docMk/>
            <pc:sldMk cId="1690314071" sldId="261"/>
            <ac:spMk id="2" creationId="{D3A015CA-7EA9-7981-5D26-FF2729080120}"/>
          </ac:spMkLst>
        </pc:spChg>
        <pc:spChg chg="mod">
          <ac:chgData name="Jesper Rindom Jensen" userId="a310f5d1-ee7a-4c45-b82c-78f0432bf078" providerId="ADAL" clId="{B5EBE4D9-D016-426F-8980-213FCB672033}" dt="2024-09-25T09:49:38.972" v="1189" actId="113"/>
          <ac:spMkLst>
            <pc:docMk/>
            <pc:sldMk cId="1690314071" sldId="261"/>
            <ac:spMk id="3" creationId="{04E32219-59FC-3EBC-381D-2446291FEC38}"/>
          </ac:spMkLst>
        </pc:spChg>
        <pc:spChg chg="add mod">
          <ac:chgData name="Jesper Rindom Jensen" userId="a310f5d1-ee7a-4c45-b82c-78f0432bf078" providerId="ADAL" clId="{B5EBE4D9-D016-426F-8980-213FCB672033}" dt="2024-09-25T09:52:47.273" v="1229" actId="207"/>
          <ac:spMkLst>
            <pc:docMk/>
            <pc:sldMk cId="1690314071" sldId="261"/>
            <ac:spMk id="12" creationId="{A598C551-CE2A-5C51-F17E-14064AD256A0}"/>
          </ac:spMkLst>
        </pc:spChg>
        <pc:spChg chg="add mod">
          <ac:chgData name="Jesper Rindom Jensen" userId="a310f5d1-ee7a-4c45-b82c-78f0432bf078" providerId="ADAL" clId="{B5EBE4D9-D016-426F-8980-213FCB672033}" dt="2024-09-25T09:53:17.772" v="1267" actId="20577"/>
          <ac:spMkLst>
            <pc:docMk/>
            <pc:sldMk cId="1690314071" sldId="261"/>
            <ac:spMk id="13" creationId="{40CFC3D4-FD70-370A-F671-FA221CAA2654}"/>
          </ac:spMkLst>
        </pc:spChg>
        <pc:picChg chg="del mod">
          <ac:chgData name="Jesper Rindom Jensen" userId="a310f5d1-ee7a-4c45-b82c-78f0432bf078" providerId="ADAL" clId="{B5EBE4D9-D016-426F-8980-213FCB672033}" dt="2024-09-25T09:46:24.550" v="1129" actId="478"/>
          <ac:picMkLst>
            <pc:docMk/>
            <pc:sldMk cId="1690314071" sldId="261"/>
            <ac:picMk id="5" creationId="{155AE304-3975-D051-2653-38AB2D170FAB}"/>
          </ac:picMkLst>
        </pc:picChg>
        <pc:picChg chg="del mod ord">
          <ac:chgData name="Jesper Rindom Jensen" userId="a310f5d1-ee7a-4c45-b82c-78f0432bf078" providerId="ADAL" clId="{B5EBE4D9-D016-426F-8980-213FCB672033}" dt="2024-09-25T09:48:11.086" v="1142" actId="478"/>
          <ac:picMkLst>
            <pc:docMk/>
            <pc:sldMk cId="1690314071" sldId="261"/>
            <ac:picMk id="7" creationId="{7425F134-DA79-D24D-7C91-CF1B4BFF99DE}"/>
          </ac:picMkLst>
        </pc:picChg>
        <pc:picChg chg="mod ord">
          <ac:chgData name="Jesper Rindom Jensen" userId="a310f5d1-ee7a-4c45-b82c-78f0432bf078" providerId="ADAL" clId="{B5EBE4D9-D016-426F-8980-213FCB672033}" dt="2024-09-25T09:49:58.862" v="1190" actId="1076"/>
          <ac:picMkLst>
            <pc:docMk/>
            <pc:sldMk cId="1690314071" sldId="261"/>
            <ac:picMk id="9" creationId="{C2EF9E42-B8F9-25B5-B70F-889EC906AB6D}"/>
          </ac:picMkLst>
        </pc:picChg>
        <pc:picChg chg="mod">
          <ac:chgData name="Jesper Rindom Jensen" userId="a310f5d1-ee7a-4c45-b82c-78f0432bf078" providerId="ADAL" clId="{B5EBE4D9-D016-426F-8980-213FCB672033}" dt="2024-09-25T09:52:22.194" v="1197" actId="1076"/>
          <ac:picMkLst>
            <pc:docMk/>
            <pc:sldMk cId="1690314071" sldId="261"/>
            <ac:picMk id="11" creationId="{92E7A3A4-D901-B5D0-9734-33492F267A09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20422142" sldId="262"/>
        </pc:sldMkLst>
      </pc:sldChg>
      <pc:sldChg chg="modSp new mod">
        <pc:chgData name="Jesper Rindom Jensen" userId="a310f5d1-ee7a-4c45-b82c-78f0432bf078" providerId="ADAL" clId="{B5EBE4D9-D016-426F-8980-213FCB672033}" dt="2024-09-25T10:39:57.266" v="1662" actId="20577"/>
        <pc:sldMkLst>
          <pc:docMk/>
          <pc:sldMk cId="3154583662" sldId="262"/>
        </pc:sldMkLst>
        <pc:spChg chg="mod">
          <ac:chgData name="Jesper Rindom Jensen" userId="a310f5d1-ee7a-4c45-b82c-78f0432bf078" providerId="ADAL" clId="{B5EBE4D9-D016-426F-8980-213FCB672033}" dt="2024-09-25T09:53:39.392" v="1272" actId="20577"/>
          <ac:spMkLst>
            <pc:docMk/>
            <pc:sldMk cId="3154583662" sldId="262"/>
            <ac:spMk id="2" creationId="{508902F1-6506-1BBC-1437-D1CED56F612B}"/>
          </ac:spMkLst>
        </pc:spChg>
        <pc:spChg chg="mod">
          <ac:chgData name="Jesper Rindom Jensen" userId="a310f5d1-ee7a-4c45-b82c-78f0432bf078" providerId="ADAL" clId="{B5EBE4D9-D016-426F-8980-213FCB672033}" dt="2024-09-25T10:39:57.266" v="1662" actId="20577"/>
          <ac:spMkLst>
            <pc:docMk/>
            <pc:sldMk cId="3154583662" sldId="262"/>
            <ac:spMk id="3" creationId="{A47ED498-1DE8-4C64-D588-1732632A3AC4}"/>
          </ac:spMkLst>
        </pc:spChg>
        <pc:picChg chg="mod">
          <ac:chgData name="Jesper Rindom Jensen" userId="a310f5d1-ee7a-4c45-b82c-78f0432bf078" providerId="ADAL" clId="{B5EBE4D9-D016-426F-8980-213FCB672033}" dt="2024-09-25T09:54:50.996" v="1306" actId="1076"/>
          <ac:picMkLst>
            <pc:docMk/>
            <pc:sldMk cId="3154583662" sldId="262"/>
            <ac:picMk id="5" creationId="{A828FF56-C25C-FB9C-08D8-EFCBB2EDB6CB}"/>
          </ac:picMkLst>
        </pc:picChg>
        <pc:picChg chg="mod">
          <ac:chgData name="Jesper Rindom Jensen" userId="a310f5d1-ee7a-4c45-b82c-78f0432bf078" providerId="ADAL" clId="{B5EBE4D9-D016-426F-8980-213FCB672033}" dt="2024-09-25T10:38:38.808" v="1537" actId="1076"/>
          <ac:picMkLst>
            <pc:docMk/>
            <pc:sldMk cId="3154583662" sldId="262"/>
            <ac:picMk id="7" creationId="{9CD716D2-E61C-C376-D6B4-ECED30439ACD}"/>
          </ac:picMkLst>
        </pc:picChg>
        <pc:picChg chg="mod">
          <ac:chgData name="Jesper Rindom Jensen" userId="a310f5d1-ee7a-4c45-b82c-78f0432bf078" providerId="ADAL" clId="{B5EBE4D9-D016-426F-8980-213FCB672033}" dt="2024-09-25T10:39:31.940" v="1544" actId="1076"/>
          <ac:picMkLst>
            <pc:docMk/>
            <pc:sldMk cId="3154583662" sldId="262"/>
            <ac:picMk id="9" creationId="{FAB98741-5EE3-EC0B-CD0A-ADE0D6610BAB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666294861" sldId="263"/>
        </pc:sldMkLst>
      </pc:sldChg>
      <pc:sldChg chg="delSp modSp new mod">
        <pc:chgData name="Jesper Rindom Jensen" userId="a310f5d1-ee7a-4c45-b82c-78f0432bf078" providerId="ADAL" clId="{B5EBE4D9-D016-426F-8980-213FCB672033}" dt="2024-09-25T10:48:52.662" v="1983" actId="20577"/>
        <pc:sldMkLst>
          <pc:docMk/>
          <pc:sldMk cId="3773069501" sldId="263"/>
        </pc:sldMkLst>
        <pc:spChg chg="mod">
          <ac:chgData name="Jesper Rindom Jensen" userId="a310f5d1-ee7a-4c45-b82c-78f0432bf078" providerId="ADAL" clId="{B5EBE4D9-D016-426F-8980-213FCB672033}" dt="2024-09-25T10:40:09.225" v="1664"/>
          <ac:spMkLst>
            <pc:docMk/>
            <pc:sldMk cId="3773069501" sldId="263"/>
            <ac:spMk id="2" creationId="{AE554161-B5EE-910B-09B4-83E198F668DD}"/>
          </ac:spMkLst>
        </pc:spChg>
        <pc:spChg chg="mod">
          <ac:chgData name="Jesper Rindom Jensen" userId="a310f5d1-ee7a-4c45-b82c-78f0432bf078" providerId="ADAL" clId="{B5EBE4D9-D016-426F-8980-213FCB672033}" dt="2024-09-25T10:48:52.662" v="1983" actId="20577"/>
          <ac:spMkLst>
            <pc:docMk/>
            <pc:sldMk cId="3773069501" sldId="263"/>
            <ac:spMk id="3" creationId="{DF756DA2-02A7-D441-9702-7BA5D9535D0D}"/>
          </ac:spMkLst>
        </pc:spChg>
        <pc:picChg chg="del mod">
          <ac:chgData name="Jesper Rindom Jensen" userId="a310f5d1-ee7a-4c45-b82c-78f0432bf078" providerId="ADAL" clId="{B5EBE4D9-D016-426F-8980-213FCB672033}" dt="2024-09-25T10:46:25.611" v="1743" actId="478"/>
          <ac:picMkLst>
            <pc:docMk/>
            <pc:sldMk cId="3773069501" sldId="263"/>
            <ac:picMk id="5" creationId="{CFBA577E-1228-144F-73C1-056329766D46}"/>
          </ac:picMkLst>
        </pc:picChg>
        <pc:picChg chg="mod ord">
          <ac:chgData name="Jesper Rindom Jensen" userId="a310f5d1-ee7a-4c45-b82c-78f0432bf078" providerId="ADAL" clId="{B5EBE4D9-D016-426F-8980-213FCB672033}" dt="2024-09-25T10:46:32.816" v="1744" actId="1076"/>
          <ac:picMkLst>
            <pc:docMk/>
            <pc:sldMk cId="3773069501" sldId="263"/>
            <ac:picMk id="7" creationId="{F783E86F-5078-3179-F0C9-4F30834F8DCE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233833712" sldId="264"/>
        </pc:sldMkLst>
      </pc:sldChg>
      <pc:sldChg chg="addSp modSp new mod">
        <pc:chgData name="Jesper Rindom Jensen" userId="a310f5d1-ee7a-4c45-b82c-78f0432bf078" providerId="ADAL" clId="{B5EBE4D9-D016-426F-8980-213FCB672033}" dt="2024-09-25T10:54:34.630" v="2223" actId="113"/>
        <pc:sldMkLst>
          <pc:docMk/>
          <pc:sldMk cId="1998196394" sldId="264"/>
        </pc:sldMkLst>
        <pc:spChg chg="mod">
          <ac:chgData name="Jesper Rindom Jensen" userId="a310f5d1-ee7a-4c45-b82c-78f0432bf078" providerId="ADAL" clId="{B5EBE4D9-D016-426F-8980-213FCB672033}" dt="2024-09-25T10:49:09.152" v="1985"/>
          <ac:spMkLst>
            <pc:docMk/>
            <pc:sldMk cId="1998196394" sldId="264"/>
            <ac:spMk id="2" creationId="{76E17AE3-F248-9F5D-60BE-DA412A6CFB9E}"/>
          </ac:spMkLst>
        </pc:spChg>
        <pc:spChg chg="mod">
          <ac:chgData name="Jesper Rindom Jensen" userId="a310f5d1-ee7a-4c45-b82c-78f0432bf078" providerId="ADAL" clId="{B5EBE4D9-D016-426F-8980-213FCB672033}" dt="2024-09-25T10:54:34.630" v="2223" actId="113"/>
          <ac:spMkLst>
            <pc:docMk/>
            <pc:sldMk cId="1998196394" sldId="264"/>
            <ac:spMk id="3" creationId="{A7CBB764-6403-6B8C-930C-C66AC09207C1}"/>
          </ac:spMkLst>
        </pc:spChg>
        <pc:picChg chg="add mod">
          <ac:chgData name="Jesper Rindom Jensen" userId="a310f5d1-ee7a-4c45-b82c-78f0432bf078" providerId="ADAL" clId="{B5EBE4D9-D016-426F-8980-213FCB672033}" dt="2024-09-25T10:52:00.530" v="2035" actId="1076"/>
          <ac:picMkLst>
            <pc:docMk/>
            <pc:sldMk cId="1998196394" sldId="264"/>
            <ac:picMk id="5" creationId="{012660ED-F27A-6E8B-A6E3-B877908DDF4E}"/>
          </ac:picMkLst>
        </pc:picChg>
        <pc:picChg chg="mod">
          <ac:chgData name="Jesper Rindom Jensen" userId="a310f5d1-ee7a-4c45-b82c-78f0432bf078" providerId="ADAL" clId="{B5EBE4D9-D016-426F-8980-213FCB672033}" dt="2024-09-25T10:52:02.726" v="2036" actId="1076"/>
          <ac:picMkLst>
            <pc:docMk/>
            <pc:sldMk cId="1998196394" sldId="264"/>
            <ac:picMk id="7" creationId="{6730DF61-1B85-3FDC-700C-EFB245483A19}"/>
          </ac:picMkLst>
        </pc:picChg>
        <pc:picChg chg="mod">
          <ac:chgData name="Jesper Rindom Jensen" userId="a310f5d1-ee7a-4c45-b82c-78f0432bf078" providerId="ADAL" clId="{B5EBE4D9-D016-426F-8980-213FCB672033}" dt="2024-09-25T10:53:42.134" v="2180" actId="1076"/>
          <ac:picMkLst>
            <pc:docMk/>
            <pc:sldMk cId="1998196394" sldId="264"/>
            <ac:picMk id="9" creationId="{07FA9DD8-C0BD-064B-159A-0812D10CA9B6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765242286" sldId="265"/>
        </pc:sldMkLst>
      </pc:sldChg>
      <pc:sldChg chg="addSp modSp new mod">
        <pc:chgData name="Jesper Rindom Jensen" userId="a310f5d1-ee7a-4c45-b82c-78f0432bf078" providerId="ADAL" clId="{B5EBE4D9-D016-426F-8980-213FCB672033}" dt="2024-09-25T11:00:15.520" v="2329" actId="1076"/>
        <pc:sldMkLst>
          <pc:docMk/>
          <pc:sldMk cId="2447759385" sldId="265"/>
        </pc:sldMkLst>
        <pc:spChg chg="mod">
          <ac:chgData name="Jesper Rindom Jensen" userId="a310f5d1-ee7a-4c45-b82c-78f0432bf078" providerId="ADAL" clId="{B5EBE4D9-D016-426F-8980-213FCB672033}" dt="2024-09-25T10:53:51.659" v="2182"/>
          <ac:spMkLst>
            <pc:docMk/>
            <pc:sldMk cId="2447759385" sldId="265"/>
            <ac:spMk id="2" creationId="{C4D2BD32-8F5D-6B3D-9A75-F95115AD4A1D}"/>
          </ac:spMkLst>
        </pc:spChg>
        <pc:spChg chg="mod">
          <ac:chgData name="Jesper Rindom Jensen" userId="a310f5d1-ee7a-4c45-b82c-78f0432bf078" providerId="ADAL" clId="{B5EBE4D9-D016-426F-8980-213FCB672033}" dt="2024-09-25T10:59:39.848" v="2322" actId="20577"/>
          <ac:spMkLst>
            <pc:docMk/>
            <pc:sldMk cId="2447759385" sldId="265"/>
            <ac:spMk id="3" creationId="{E14C6805-439D-E1B8-3B3C-782D699FD35A}"/>
          </ac:spMkLst>
        </pc:spChg>
        <pc:picChg chg="mod">
          <ac:chgData name="Jesper Rindom Jensen" userId="a310f5d1-ee7a-4c45-b82c-78f0432bf078" providerId="ADAL" clId="{B5EBE4D9-D016-426F-8980-213FCB672033}" dt="2024-09-25T10:55:55.332" v="2236" actId="1076"/>
          <ac:picMkLst>
            <pc:docMk/>
            <pc:sldMk cId="2447759385" sldId="265"/>
            <ac:picMk id="5" creationId="{B08B33FD-0209-B5CC-DB22-E91A202E19AF}"/>
          </ac:picMkLst>
        </pc:picChg>
        <pc:picChg chg="add mod">
          <ac:chgData name="Jesper Rindom Jensen" userId="a310f5d1-ee7a-4c45-b82c-78f0432bf078" providerId="ADAL" clId="{B5EBE4D9-D016-426F-8980-213FCB672033}" dt="2024-09-25T10:55:51.272" v="2235" actId="14100"/>
          <ac:picMkLst>
            <pc:docMk/>
            <pc:sldMk cId="2447759385" sldId="265"/>
            <ac:picMk id="7" creationId="{F73ADDB1-6FD9-1ABE-7861-845B89207BA7}"/>
          </ac:picMkLst>
        </pc:picChg>
        <pc:picChg chg="mod">
          <ac:chgData name="Jesper Rindom Jensen" userId="a310f5d1-ee7a-4c45-b82c-78f0432bf078" providerId="ADAL" clId="{B5EBE4D9-D016-426F-8980-213FCB672033}" dt="2024-09-25T11:00:15.520" v="2329" actId="1076"/>
          <ac:picMkLst>
            <pc:docMk/>
            <pc:sldMk cId="2447759385" sldId="265"/>
            <ac:picMk id="9" creationId="{1BAAA26E-162A-4755-B7D0-7F2574F6A272}"/>
          </ac:picMkLst>
        </pc:picChg>
      </pc:sldChg>
      <pc:sldChg chg="addSp delSp modSp new mod">
        <pc:chgData name="Jesper Rindom Jensen" userId="a310f5d1-ee7a-4c45-b82c-78f0432bf078" providerId="ADAL" clId="{B5EBE4D9-D016-426F-8980-213FCB672033}" dt="2024-09-25T11:07:23.772" v="2489" actId="1076"/>
        <pc:sldMkLst>
          <pc:docMk/>
          <pc:sldMk cId="406843708" sldId="266"/>
        </pc:sldMkLst>
        <pc:spChg chg="mod">
          <ac:chgData name="Jesper Rindom Jensen" userId="a310f5d1-ee7a-4c45-b82c-78f0432bf078" providerId="ADAL" clId="{B5EBE4D9-D016-426F-8980-213FCB672033}" dt="2024-09-25T11:00:27.604" v="2331"/>
          <ac:spMkLst>
            <pc:docMk/>
            <pc:sldMk cId="406843708" sldId="266"/>
            <ac:spMk id="2" creationId="{ED7178F0-B0E7-13C0-9EB6-356F5F357E26}"/>
          </ac:spMkLst>
        </pc:spChg>
        <pc:spChg chg="mod">
          <ac:chgData name="Jesper Rindom Jensen" userId="a310f5d1-ee7a-4c45-b82c-78f0432bf078" providerId="ADAL" clId="{B5EBE4D9-D016-426F-8980-213FCB672033}" dt="2024-09-25T11:07:10.576" v="2476" actId="27636"/>
          <ac:spMkLst>
            <pc:docMk/>
            <pc:sldMk cId="406843708" sldId="266"/>
            <ac:spMk id="3" creationId="{F699C06D-CEEF-65C5-BC24-BAAC96FE0D6A}"/>
          </ac:spMkLst>
        </pc:spChg>
        <pc:picChg chg="mod">
          <ac:chgData name="Jesper Rindom Jensen" userId="a310f5d1-ee7a-4c45-b82c-78f0432bf078" providerId="ADAL" clId="{B5EBE4D9-D016-426F-8980-213FCB672033}" dt="2024-09-25T11:07:01.890" v="2470" actId="1076"/>
          <ac:picMkLst>
            <pc:docMk/>
            <pc:sldMk cId="406843708" sldId="266"/>
            <ac:picMk id="5" creationId="{C7AEADDC-172E-7FB6-0675-2195F2640AE3}"/>
          </ac:picMkLst>
        </pc:picChg>
        <pc:picChg chg="add mod">
          <ac:chgData name="Jesper Rindom Jensen" userId="a310f5d1-ee7a-4c45-b82c-78f0432bf078" providerId="ADAL" clId="{B5EBE4D9-D016-426F-8980-213FCB672033}" dt="2024-09-25T11:07:00" v="2469" actId="14100"/>
          <ac:picMkLst>
            <pc:docMk/>
            <pc:sldMk cId="406843708" sldId="266"/>
            <ac:picMk id="7" creationId="{515AE055-FEDE-5F66-CC51-B5CC46F19397}"/>
          </ac:picMkLst>
        </pc:picChg>
        <pc:picChg chg="del mod">
          <ac:chgData name="Jesper Rindom Jensen" userId="a310f5d1-ee7a-4c45-b82c-78f0432bf078" providerId="ADAL" clId="{B5EBE4D9-D016-426F-8980-213FCB672033}" dt="2024-09-25T11:07:21.381" v="2488" actId="478"/>
          <ac:picMkLst>
            <pc:docMk/>
            <pc:sldMk cId="406843708" sldId="266"/>
            <ac:picMk id="9" creationId="{0BDA2B50-127B-7A45-695D-E36D838630DC}"/>
          </ac:picMkLst>
        </pc:picChg>
        <pc:picChg chg="mod ord">
          <ac:chgData name="Jesper Rindom Jensen" userId="a310f5d1-ee7a-4c45-b82c-78f0432bf078" providerId="ADAL" clId="{B5EBE4D9-D016-426F-8980-213FCB672033}" dt="2024-09-25T11:07:23.772" v="2489" actId="1076"/>
          <ac:picMkLst>
            <pc:docMk/>
            <pc:sldMk cId="406843708" sldId="266"/>
            <ac:picMk id="11" creationId="{82D12BCD-695F-109C-47E9-369B764FA3E3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411111069" sldId="266"/>
        </pc:sldMkLst>
      </pc:sldChg>
      <pc:sldChg chg="modSp new mod">
        <pc:chgData name="Jesper Rindom Jensen" userId="a310f5d1-ee7a-4c45-b82c-78f0432bf078" providerId="ADAL" clId="{B5EBE4D9-D016-426F-8980-213FCB672033}" dt="2024-09-25T11:14:16.227" v="2979" actId="113"/>
        <pc:sldMkLst>
          <pc:docMk/>
          <pc:sldMk cId="816940966" sldId="267"/>
        </pc:sldMkLst>
        <pc:spChg chg="mod">
          <ac:chgData name="Jesper Rindom Jensen" userId="a310f5d1-ee7a-4c45-b82c-78f0432bf078" providerId="ADAL" clId="{B5EBE4D9-D016-426F-8980-213FCB672033}" dt="2024-09-25T11:08:01.716" v="2493" actId="20577"/>
          <ac:spMkLst>
            <pc:docMk/>
            <pc:sldMk cId="816940966" sldId="267"/>
            <ac:spMk id="2" creationId="{3FFBC539-2E7D-CDFC-3A02-854F32A18BFE}"/>
          </ac:spMkLst>
        </pc:spChg>
        <pc:spChg chg="mod">
          <ac:chgData name="Jesper Rindom Jensen" userId="a310f5d1-ee7a-4c45-b82c-78f0432bf078" providerId="ADAL" clId="{B5EBE4D9-D016-426F-8980-213FCB672033}" dt="2024-09-25T11:14:16.227" v="2979" actId="113"/>
          <ac:spMkLst>
            <pc:docMk/>
            <pc:sldMk cId="816940966" sldId="267"/>
            <ac:spMk id="3" creationId="{FA55A2D9-BC5F-7294-5067-2972AA5457C9}"/>
          </ac:spMkLst>
        </pc:spChg>
        <pc:picChg chg="mod">
          <ac:chgData name="Jesper Rindom Jensen" userId="a310f5d1-ee7a-4c45-b82c-78f0432bf078" providerId="ADAL" clId="{B5EBE4D9-D016-426F-8980-213FCB672033}" dt="2024-09-25T11:09:42.006" v="2592" actId="1076"/>
          <ac:picMkLst>
            <pc:docMk/>
            <pc:sldMk cId="816940966" sldId="267"/>
            <ac:picMk id="5" creationId="{6E76C2B4-06B3-D6EA-D65B-8E2CF9304425}"/>
          </ac:picMkLst>
        </pc:picChg>
        <pc:picChg chg="mod">
          <ac:chgData name="Jesper Rindom Jensen" userId="a310f5d1-ee7a-4c45-b82c-78f0432bf078" providerId="ADAL" clId="{B5EBE4D9-D016-426F-8980-213FCB672033}" dt="2024-09-25T11:10:44.711" v="2638" actId="1076"/>
          <ac:picMkLst>
            <pc:docMk/>
            <pc:sldMk cId="816940966" sldId="267"/>
            <ac:picMk id="7" creationId="{AD653281-3522-440D-5723-7A9D5B5FF41F}"/>
          </ac:picMkLst>
        </pc:picChg>
        <pc:picChg chg="mod">
          <ac:chgData name="Jesper Rindom Jensen" userId="a310f5d1-ee7a-4c45-b82c-78f0432bf078" providerId="ADAL" clId="{B5EBE4D9-D016-426F-8980-213FCB672033}" dt="2024-09-25T11:13:26.123" v="2928" actId="1037"/>
          <ac:picMkLst>
            <pc:docMk/>
            <pc:sldMk cId="816940966" sldId="267"/>
            <ac:picMk id="9" creationId="{18B6AE76-4ED0-F245-9AB4-078F856B9B4D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501210359" sldId="267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66344487" sldId="268"/>
        </pc:sldMkLst>
      </pc:sldChg>
      <pc:sldChg chg="addSp delSp modSp new mod">
        <pc:chgData name="Jesper Rindom Jensen" userId="a310f5d1-ee7a-4c45-b82c-78f0432bf078" providerId="ADAL" clId="{B5EBE4D9-D016-426F-8980-213FCB672033}" dt="2024-09-27T06:51:36.208" v="3277" actId="208"/>
        <pc:sldMkLst>
          <pc:docMk/>
          <pc:sldMk cId="3410791553" sldId="268"/>
        </pc:sldMkLst>
        <pc:spChg chg="mod">
          <ac:chgData name="Jesper Rindom Jensen" userId="a310f5d1-ee7a-4c45-b82c-78f0432bf078" providerId="ADAL" clId="{B5EBE4D9-D016-426F-8980-213FCB672033}" dt="2024-09-25T11:14:48.633" v="3017" actId="20577"/>
          <ac:spMkLst>
            <pc:docMk/>
            <pc:sldMk cId="3410791553" sldId="268"/>
            <ac:spMk id="2" creationId="{393366F8-17EF-CEFD-B093-CA4F0E63FFCA}"/>
          </ac:spMkLst>
        </pc:spChg>
        <pc:spChg chg="mod">
          <ac:chgData name="Jesper Rindom Jensen" userId="a310f5d1-ee7a-4c45-b82c-78f0432bf078" providerId="ADAL" clId="{B5EBE4D9-D016-426F-8980-213FCB672033}" dt="2024-09-25T11:21:51.702" v="3167" actId="20577"/>
          <ac:spMkLst>
            <pc:docMk/>
            <pc:sldMk cId="3410791553" sldId="268"/>
            <ac:spMk id="3" creationId="{94B13499-C8A0-115B-6787-942C0CD6A664}"/>
          </ac:spMkLst>
        </pc:spChg>
        <pc:spChg chg="add mod">
          <ac:chgData name="Jesper Rindom Jensen" userId="a310f5d1-ee7a-4c45-b82c-78f0432bf078" providerId="ADAL" clId="{B5EBE4D9-D016-426F-8980-213FCB672033}" dt="2024-09-27T06:50:53.016" v="3273" actId="1076"/>
          <ac:spMkLst>
            <pc:docMk/>
            <pc:sldMk cId="3410791553" sldId="268"/>
            <ac:spMk id="4" creationId="{F8F0DF0C-ED65-FBBE-73AA-00547791ED04}"/>
          </ac:spMkLst>
        </pc:spChg>
        <pc:picChg chg="del mod">
          <ac:chgData name="Jesper Rindom Jensen" userId="a310f5d1-ee7a-4c45-b82c-78f0432bf078" providerId="ADAL" clId="{B5EBE4D9-D016-426F-8980-213FCB672033}" dt="2024-09-25T11:21:10.133" v="3134" actId="478"/>
          <ac:picMkLst>
            <pc:docMk/>
            <pc:sldMk cId="3410791553" sldId="268"/>
            <ac:picMk id="5" creationId="{840D040D-C93D-37C7-9DB0-1700227F93DC}"/>
          </ac:picMkLst>
        </pc:picChg>
        <pc:picChg chg="del mod ord">
          <ac:chgData name="Jesper Rindom Jensen" userId="a310f5d1-ee7a-4c45-b82c-78f0432bf078" providerId="ADAL" clId="{B5EBE4D9-D016-426F-8980-213FCB672033}" dt="2024-09-25T11:21:26.193" v="3147" actId="478"/>
          <ac:picMkLst>
            <pc:docMk/>
            <pc:sldMk cId="3410791553" sldId="268"/>
            <ac:picMk id="7" creationId="{D0DCA6F8-F800-A518-656A-950E2F88012A}"/>
          </ac:picMkLst>
        </pc:picChg>
        <pc:picChg chg="mod ord">
          <ac:chgData name="Jesper Rindom Jensen" userId="a310f5d1-ee7a-4c45-b82c-78f0432bf078" providerId="ADAL" clId="{B5EBE4D9-D016-426F-8980-213FCB672033}" dt="2024-09-25T11:24:05.516" v="3183" actId="1035"/>
          <ac:picMkLst>
            <pc:docMk/>
            <pc:sldMk cId="3410791553" sldId="268"/>
            <ac:picMk id="9" creationId="{28703DEE-07A1-B65F-B6D0-E2FE39EDE654}"/>
          </ac:picMkLst>
        </pc:picChg>
        <pc:picChg chg="mod">
          <ac:chgData name="Jesper Rindom Jensen" userId="a310f5d1-ee7a-4c45-b82c-78f0432bf078" providerId="ADAL" clId="{B5EBE4D9-D016-426F-8980-213FCB672033}" dt="2024-09-25T11:23:57.988" v="3178" actId="1037"/>
          <ac:picMkLst>
            <pc:docMk/>
            <pc:sldMk cId="3410791553" sldId="268"/>
            <ac:picMk id="11" creationId="{D31EA1D4-8741-9ABC-4819-9C91D308DAD1}"/>
          </ac:picMkLst>
        </pc:picChg>
        <pc:cxnChg chg="add mod">
          <ac:chgData name="Jesper Rindom Jensen" userId="a310f5d1-ee7a-4c45-b82c-78f0432bf078" providerId="ADAL" clId="{B5EBE4D9-D016-426F-8980-213FCB672033}" dt="2024-09-27T06:51:36.208" v="3277" actId="208"/>
          <ac:cxnSpMkLst>
            <pc:docMk/>
            <pc:sldMk cId="3410791553" sldId="268"/>
            <ac:cxnSpMk id="6" creationId="{6D27317F-F4CF-A49B-E25E-372195ACBA33}"/>
          </ac:cxnSpMkLst>
        </pc:cxnChg>
        <pc:cxnChg chg="add mod">
          <ac:chgData name="Jesper Rindom Jensen" userId="a310f5d1-ee7a-4c45-b82c-78f0432bf078" providerId="ADAL" clId="{B5EBE4D9-D016-426F-8980-213FCB672033}" dt="2024-09-27T06:51:36.208" v="3277" actId="208"/>
          <ac:cxnSpMkLst>
            <pc:docMk/>
            <pc:sldMk cId="3410791553" sldId="268"/>
            <ac:cxnSpMk id="8" creationId="{5D0306A5-8DEC-8158-A434-C4E9DD525AA6}"/>
          </ac:cxnSpMkLst>
        </pc:cxnChg>
      </pc:sldChg>
      <pc:sldChg chg="delSp modSp new mod">
        <pc:chgData name="Jesper Rindom Jensen" userId="a310f5d1-ee7a-4c45-b82c-78f0432bf078" providerId="ADAL" clId="{B5EBE4D9-D016-426F-8980-213FCB672033}" dt="2024-09-27T07:00:14.094" v="3486" actId="1076"/>
        <pc:sldMkLst>
          <pc:docMk/>
          <pc:sldMk cId="261269977" sldId="269"/>
        </pc:sldMkLst>
        <pc:spChg chg="mod">
          <ac:chgData name="Jesper Rindom Jensen" userId="a310f5d1-ee7a-4c45-b82c-78f0432bf078" providerId="ADAL" clId="{B5EBE4D9-D016-426F-8980-213FCB672033}" dt="2024-09-25T11:24:37.266" v="3217" actId="20577"/>
          <ac:spMkLst>
            <pc:docMk/>
            <pc:sldMk cId="261269977" sldId="269"/>
            <ac:spMk id="2" creationId="{C67F6750-2B05-4AE3-31DC-9507CEC7DE52}"/>
          </ac:spMkLst>
        </pc:spChg>
        <pc:spChg chg="mod">
          <ac:chgData name="Jesper Rindom Jensen" userId="a310f5d1-ee7a-4c45-b82c-78f0432bf078" providerId="ADAL" clId="{B5EBE4D9-D016-426F-8980-213FCB672033}" dt="2024-09-27T06:56:22.302" v="3461" actId="20577"/>
          <ac:spMkLst>
            <pc:docMk/>
            <pc:sldMk cId="261269977" sldId="269"/>
            <ac:spMk id="3" creationId="{92CCFF4D-FFE5-371D-6265-BF806DE123C0}"/>
          </ac:spMkLst>
        </pc:spChg>
        <pc:picChg chg="mod">
          <ac:chgData name="Jesper Rindom Jensen" userId="a310f5d1-ee7a-4c45-b82c-78f0432bf078" providerId="ADAL" clId="{B5EBE4D9-D016-426F-8980-213FCB672033}" dt="2024-09-27T06:54:46.859" v="3308" actId="1076"/>
          <ac:picMkLst>
            <pc:docMk/>
            <pc:sldMk cId="261269977" sldId="269"/>
            <ac:picMk id="5" creationId="{47D353E7-CEF1-E0A3-2993-E8B2B1C548E0}"/>
          </ac:picMkLst>
        </pc:picChg>
        <pc:picChg chg="del mod">
          <ac:chgData name="Jesper Rindom Jensen" userId="a310f5d1-ee7a-4c45-b82c-78f0432bf078" providerId="ADAL" clId="{B5EBE4D9-D016-426F-8980-213FCB672033}" dt="2024-09-27T06:57:50.355" v="3478" actId="478"/>
          <ac:picMkLst>
            <pc:docMk/>
            <pc:sldMk cId="261269977" sldId="269"/>
            <ac:picMk id="7" creationId="{07E0CD1B-2B09-DFAD-7E29-16B736776306}"/>
          </ac:picMkLst>
        </pc:picChg>
        <pc:picChg chg="mod ord">
          <ac:chgData name="Jesper Rindom Jensen" userId="a310f5d1-ee7a-4c45-b82c-78f0432bf078" providerId="ADAL" clId="{B5EBE4D9-D016-426F-8980-213FCB672033}" dt="2024-09-27T06:57:58.421" v="3479" actId="1076"/>
          <ac:picMkLst>
            <pc:docMk/>
            <pc:sldMk cId="261269977" sldId="269"/>
            <ac:picMk id="9" creationId="{F481AAA4-EA0D-2527-F981-67D7667EE35E}"/>
          </ac:picMkLst>
        </pc:picChg>
        <pc:picChg chg="mod">
          <ac:chgData name="Jesper Rindom Jensen" userId="a310f5d1-ee7a-4c45-b82c-78f0432bf078" providerId="ADAL" clId="{B5EBE4D9-D016-426F-8980-213FCB672033}" dt="2024-09-27T07:00:14.094" v="3486" actId="1076"/>
          <ac:picMkLst>
            <pc:docMk/>
            <pc:sldMk cId="261269977" sldId="269"/>
            <ac:picMk id="11" creationId="{CA09AC1D-8134-C12C-CB8B-9D0D6A2C5F2B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73721943" sldId="269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803007297" sldId="270"/>
        </pc:sldMkLst>
      </pc:sldChg>
      <pc:sldChg chg="modSp new mod">
        <pc:chgData name="Jesper Rindom Jensen" userId="a310f5d1-ee7a-4c45-b82c-78f0432bf078" providerId="ADAL" clId="{B5EBE4D9-D016-426F-8980-213FCB672033}" dt="2024-09-27T07:38:40.630" v="3631" actId="1076"/>
        <pc:sldMkLst>
          <pc:docMk/>
          <pc:sldMk cId="4273652790" sldId="270"/>
        </pc:sldMkLst>
        <pc:spChg chg="mod">
          <ac:chgData name="Jesper Rindom Jensen" userId="a310f5d1-ee7a-4c45-b82c-78f0432bf078" providerId="ADAL" clId="{B5EBE4D9-D016-426F-8980-213FCB672033}" dt="2024-09-27T07:00:28.920" v="3488"/>
          <ac:spMkLst>
            <pc:docMk/>
            <pc:sldMk cId="4273652790" sldId="270"/>
            <ac:spMk id="2" creationId="{986F811F-86D4-A8BD-F5AE-9A452DC71F92}"/>
          </ac:spMkLst>
        </pc:spChg>
        <pc:spChg chg="mod">
          <ac:chgData name="Jesper Rindom Jensen" userId="a310f5d1-ee7a-4c45-b82c-78f0432bf078" providerId="ADAL" clId="{B5EBE4D9-D016-426F-8980-213FCB672033}" dt="2024-09-27T07:06:43.598" v="3623" actId="20577"/>
          <ac:spMkLst>
            <pc:docMk/>
            <pc:sldMk cId="4273652790" sldId="270"/>
            <ac:spMk id="3" creationId="{6E5846C7-7317-D1A4-0C54-F9517C03CDEA}"/>
          </ac:spMkLst>
        </pc:spChg>
        <pc:picChg chg="mod">
          <ac:chgData name="Jesper Rindom Jensen" userId="a310f5d1-ee7a-4c45-b82c-78f0432bf078" providerId="ADAL" clId="{B5EBE4D9-D016-426F-8980-213FCB672033}" dt="2024-09-27T07:06:48.405" v="3624" actId="1076"/>
          <ac:picMkLst>
            <pc:docMk/>
            <pc:sldMk cId="4273652790" sldId="270"/>
            <ac:picMk id="5" creationId="{43675A8C-2503-AC4C-BD3B-B0E2B928A648}"/>
          </ac:picMkLst>
        </pc:picChg>
        <pc:picChg chg="mod">
          <ac:chgData name="Jesper Rindom Jensen" userId="a310f5d1-ee7a-4c45-b82c-78f0432bf078" providerId="ADAL" clId="{B5EBE4D9-D016-426F-8980-213FCB672033}" dt="2024-09-27T07:38:40.630" v="3631" actId="1076"/>
          <ac:picMkLst>
            <pc:docMk/>
            <pc:sldMk cId="4273652790" sldId="270"/>
            <ac:picMk id="7" creationId="{B406E109-46DB-108D-C7D2-FAFA9DB5AC6A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564674061" sldId="271"/>
        </pc:sldMkLst>
      </pc:sldChg>
      <pc:sldChg chg="delSp modSp new mod">
        <pc:chgData name="Jesper Rindom Jensen" userId="a310f5d1-ee7a-4c45-b82c-78f0432bf078" providerId="ADAL" clId="{B5EBE4D9-D016-426F-8980-213FCB672033}" dt="2024-09-27T07:45:13.052" v="3855" actId="1076"/>
        <pc:sldMkLst>
          <pc:docMk/>
          <pc:sldMk cId="4178760890" sldId="271"/>
        </pc:sldMkLst>
        <pc:spChg chg="mod">
          <ac:chgData name="Jesper Rindom Jensen" userId="a310f5d1-ee7a-4c45-b82c-78f0432bf078" providerId="ADAL" clId="{B5EBE4D9-D016-426F-8980-213FCB672033}" dt="2024-09-27T07:39:10.241" v="3699" actId="20577"/>
          <ac:spMkLst>
            <pc:docMk/>
            <pc:sldMk cId="4178760890" sldId="271"/>
            <ac:spMk id="2" creationId="{C29864C8-FC39-7BD8-D3E4-77AAF1F5202D}"/>
          </ac:spMkLst>
        </pc:spChg>
        <pc:spChg chg="mod">
          <ac:chgData name="Jesper Rindom Jensen" userId="a310f5d1-ee7a-4c45-b82c-78f0432bf078" providerId="ADAL" clId="{B5EBE4D9-D016-426F-8980-213FCB672033}" dt="2024-09-27T07:44:44.331" v="3848" actId="20577"/>
          <ac:spMkLst>
            <pc:docMk/>
            <pc:sldMk cId="4178760890" sldId="271"/>
            <ac:spMk id="3" creationId="{7273164D-487E-0D46-06D9-22667573B868}"/>
          </ac:spMkLst>
        </pc:spChg>
        <pc:picChg chg="del mod">
          <ac:chgData name="Jesper Rindom Jensen" userId="a310f5d1-ee7a-4c45-b82c-78f0432bf078" providerId="ADAL" clId="{B5EBE4D9-D016-426F-8980-213FCB672033}" dt="2024-09-27T07:44:04.691" v="3778" actId="478"/>
          <ac:picMkLst>
            <pc:docMk/>
            <pc:sldMk cId="4178760890" sldId="271"/>
            <ac:picMk id="5" creationId="{D157DAA0-F3F2-D72A-B36D-F1A01FA92390}"/>
          </ac:picMkLst>
        </pc:picChg>
        <pc:picChg chg="del mod ord">
          <ac:chgData name="Jesper Rindom Jensen" userId="a310f5d1-ee7a-4c45-b82c-78f0432bf078" providerId="ADAL" clId="{B5EBE4D9-D016-426F-8980-213FCB672033}" dt="2024-09-27T07:44:11.936" v="3789" actId="478"/>
          <ac:picMkLst>
            <pc:docMk/>
            <pc:sldMk cId="4178760890" sldId="271"/>
            <ac:picMk id="7" creationId="{BA9965A0-BDB3-6A47-7397-92DF0770E90E}"/>
          </ac:picMkLst>
        </pc:picChg>
        <pc:picChg chg="mod ord">
          <ac:chgData name="Jesper Rindom Jensen" userId="a310f5d1-ee7a-4c45-b82c-78f0432bf078" providerId="ADAL" clId="{B5EBE4D9-D016-426F-8980-213FCB672033}" dt="2024-09-27T07:44:17.452" v="3790" actId="1076"/>
          <ac:picMkLst>
            <pc:docMk/>
            <pc:sldMk cId="4178760890" sldId="271"/>
            <ac:picMk id="9" creationId="{C20C7EAC-BD32-06A0-1BEE-F89E5B7B10C5}"/>
          </ac:picMkLst>
        </pc:picChg>
        <pc:picChg chg="mod">
          <ac:chgData name="Jesper Rindom Jensen" userId="a310f5d1-ee7a-4c45-b82c-78f0432bf078" providerId="ADAL" clId="{B5EBE4D9-D016-426F-8980-213FCB672033}" dt="2024-09-27T07:45:13.052" v="3855" actId="1076"/>
          <ac:picMkLst>
            <pc:docMk/>
            <pc:sldMk cId="4178760890" sldId="271"/>
            <ac:picMk id="11" creationId="{F9ACF511-DE25-B7A0-1AE1-6838A4BBBB33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556251944" sldId="272"/>
        </pc:sldMkLst>
      </pc:sldChg>
      <pc:sldChg chg="delSp modSp new mod">
        <pc:chgData name="Jesper Rindom Jensen" userId="a310f5d1-ee7a-4c45-b82c-78f0432bf078" providerId="ADAL" clId="{B5EBE4D9-D016-426F-8980-213FCB672033}" dt="2024-09-27T07:59:23.912" v="4056" actId="114"/>
        <pc:sldMkLst>
          <pc:docMk/>
          <pc:sldMk cId="1947175125" sldId="272"/>
        </pc:sldMkLst>
        <pc:spChg chg="mod">
          <ac:chgData name="Jesper Rindom Jensen" userId="a310f5d1-ee7a-4c45-b82c-78f0432bf078" providerId="ADAL" clId="{B5EBE4D9-D016-426F-8980-213FCB672033}" dt="2024-09-27T07:50:11.391" v="3857"/>
          <ac:spMkLst>
            <pc:docMk/>
            <pc:sldMk cId="1947175125" sldId="272"/>
            <ac:spMk id="2" creationId="{9BB79DA7-4E80-1BA1-46C9-49A486E45ED5}"/>
          </ac:spMkLst>
        </pc:spChg>
        <pc:spChg chg="mod">
          <ac:chgData name="Jesper Rindom Jensen" userId="a310f5d1-ee7a-4c45-b82c-78f0432bf078" providerId="ADAL" clId="{B5EBE4D9-D016-426F-8980-213FCB672033}" dt="2024-09-27T07:59:23.912" v="4056" actId="114"/>
          <ac:spMkLst>
            <pc:docMk/>
            <pc:sldMk cId="1947175125" sldId="272"/>
            <ac:spMk id="3" creationId="{AFF5CABF-2493-038D-9E0C-A4445870DD55}"/>
          </ac:spMkLst>
        </pc:spChg>
        <pc:picChg chg="del mod">
          <ac:chgData name="Jesper Rindom Jensen" userId="a310f5d1-ee7a-4c45-b82c-78f0432bf078" providerId="ADAL" clId="{B5EBE4D9-D016-426F-8980-213FCB672033}" dt="2024-09-27T07:58:16.084" v="3942" actId="478"/>
          <ac:picMkLst>
            <pc:docMk/>
            <pc:sldMk cId="1947175125" sldId="272"/>
            <ac:picMk id="5" creationId="{82DB3F83-33F3-6665-AA14-8357E9EA814D}"/>
          </ac:picMkLst>
        </pc:picChg>
        <pc:picChg chg="mod ord">
          <ac:chgData name="Jesper Rindom Jensen" userId="a310f5d1-ee7a-4c45-b82c-78f0432bf078" providerId="ADAL" clId="{B5EBE4D9-D016-426F-8980-213FCB672033}" dt="2024-09-27T07:58:25.543" v="3943" actId="1076"/>
          <ac:picMkLst>
            <pc:docMk/>
            <pc:sldMk cId="1947175125" sldId="272"/>
            <ac:picMk id="7" creationId="{150A038A-763E-0A2E-BC06-D40D4E090E4B}"/>
          </ac:picMkLst>
        </pc:picChg>
      </pc:sldChg>
      <pc:sldChg chg="addSp delSp modSp new mod modClrScheme chgLayout">
        <pc:chgData name="Jesper Rindom Jensen" userId="a310f5d1-ee7a-4c45-b82c-78f0432bf078" providerId="ADAL" clId="{B5EBE4D9-D016-426F-8980-213FCB672033}" dt="2024-09-27T08:05:22.137" v="4195" actId="1076"/>
        <pc:sldMkLst>
          <pc:docMk/>
          <pc:sldMk cId="569005556" sldId="273"/>
        </pc:sldMkLst>
        <pc:spChg chg="mod ord">
          <ac:chgData name="Jesper Rindom Jensen" userId="a310f5d1-ee7a-4c45-b82c-78f0432bf078" providerId="ADAL" clId="{B5EBE4D9-D016-426F-8980-213FCB672033}" dt="2024-09-27T08:00:35.091" v="4059" actId="700"/>
          <ac:spMkLst>
            <pc:docMk/>
            <pc:sldMk cId="569005556" sldId="273"/>
            <ac:spMk id="2" creationId="{6D100C99-2D04-E8BE-48B6-1E051B29ACC4}"/>
          </ac:spMkLst>
        </pc:spChg>
        <pc:spChg chg="del mod ord">
          <ac:chgData name="Jesper Rindom Jensen" userId="a310f5d1-ee7a-4c45-b82c-78f0432bf078" providerId="ADAL" clId="{B5EBE4D9-D016-426F-8980-213FCB672033}" dt="2024-09-27T08:00:35.091" v="4059" actId="700"/>
          <ac:spMkLst>
            <pc:docMk/>
            <pc:sldMk cId="569005556" sldId="273"/>
            <ac:spMk id="3" creationId="{455D8A59-EBD4-AF11-BFC7-A8A7AEA1236A}"/>
          </ac:spMkLst>
        </pc:spChg>
        <pc:spChg chg="add mod ord">
          <ac:chgData name="Jesper Rindom Jensen" userId="a310f5d1-ee7a-4c45-b82c-78f0432bf078" providerId="ADAL" clId="{B5EBE4D9-D016-426F-8980-213FCB672033}" dt="2024-09-27T08:01:09.581" v="4104" actId="113"/>
          <ac:spMkLst>
            <pc:docMk/>
            <pc:sldMk cId="569005556" sldId="273"/>
            <ac:spMk id="4" creationId="{0F70FE7E-B0AD-77A1-7393-431F12FAAE00}"/>
          </ac:spMkLst>
        </pc:spChg>
        <pc:spChg chg="add mod ord">
          <ac:chgData name="Jesper Rindom Jensen" userId="a310f5d1-ee7a-4c45-b82c-78f0432bf078" providerId="ADAL" clId="{B5EBE4D9-D016-426F-8980-213FCB672033}" dt="2024-09-27T08:03:05.021" v="4177" actId="113"/>
          <ac:spMkLst>
            <pc:docMk/>
            <pc:sldMk cId="569005556" sldId="273"/>
            <ac:spMk id="5" creationId="{0D7BFD8D-0DE7-94BD-B7D6-FAC58C274AFF}"/>
          </ac:spMkLst>
        </pc:spChg>
        <pc:picChg chg="del mod">
          <ac:chgData name="Jesper Rindom Jensen" userId="a310f5d1-ee7a-4c45-b82c-78f0432bf078" providerId="ADAL" clId="{B5EBE4D9-D016-426F-8980-213FCB672033}" dt="2024-09-27T08:02:42.621" v="4127" actId="478"/>
          <ac:picMkLst>
            <pc:docMk/>
            <pc:sldMk cId="569005556" sldId="273"/>
            <ac:picMk id="7" creationId="{A86D58D3-62C2-6C30-4217-1211E2E61747}"/>
          </ac:picMkLst>
        </pc:picChg>
        <pc:picChg chg="mod ord">
          <ac:chgData name="Jesper Rindom Jensen" userId="a310f5d1-ee7a-4c45-b82c-78f0432bf078" providerId="ADAL" clId="{B5EBE4D9-D016-426F-8980-213FCB672033}" dt="2024-09-27T08:05:22.137" v="4195" actId="1076"/>
          <ac:picMkLst>
            <pc:docMk/>
            <pc:sldMk cId="569005556" sldId="273"/>
            <ac:picMk id="9" creationId="{22EDCE40-06B1-A395-757E-4ED3A4B28387}"/>
          </ac:picMkLst>
        </pc:picChg>
        <pc:picChg chg="del mod">
          <ac:chgData name="Jesper Rindom Jensen" userId="a310f5d1-ee7a-4c45-b82c-78f0432bf078" providerId="ADAL" clId="{B5EBE4D9-D016-426F-8980-213FCB672033}" dt="2024-09-27T08:05:07.007" v="4193" actId="478"/>
          <ac:picMkLst>
            <pc:docMk/>
            <pc:sldMk cId="569005556" sldId="273"/>
            <ac:picMk id="11" creationId="{7D039E6F-C047-28B5-6E99-83A9216B7088}"/>
          </ac:picMkLst>
        </pc:picChg>
        <pc:picChg chg="mod ord">
          <ac:chgData name="Jesper Rindom Jensen" userId="a310f5d1-ee7a-4c45-b82c-78f0432bf078" providerId="ADAL" clId="{B5EBE4D9-D016-426F-8980-213FCB672033}" dt="2024-09-27T08:05:17.785" v="4194" actId="1076"/>
          <ac:picMkLst>
            <pc:docMk/>
            <pc:sldMk cId="569005556" sldId="273"/>
            <ac:picMk id="13" creationId="{DCEE95AA-637F-DEF3-D838-9388F6B8AD78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17678314" sldId="273"/>
        </pc:sldMkLst>
      </pc:sldChg>
      <pc:sldChg chg="addSp delSp modSp new mod modClrScheme chgLayout">
        <pc:chgData name="Jesper Rindom Jensen" userId="a310f5d1-ee7a-4c45-b82c-78f0432bf078" providerId="ADAL" clId="{B5EBE4D9-D016-426F-8980-213FCB672033}" dt="2024-09-27T08:18:41.633" v="4426" actId="1076"/>
        <pc:sldMkLst>
          <pc:docMk/>
          <pc:sldMk cId="2267547721" sldId="274"/>
        </pc:sldMkLst>
        <pc:spChg chg="mod ord">
          <ac:chgData name="Jesper Rindom Jensen" userId="a310f5d1-ee7a-4c45-b82c-78f0432bf078" providerId="ADAL" clId="{B5EBE4D9-D016-426F-8980-213FCB672033}" dt="2024-09-27T08:06:18.029" v="4234" actId="700"/>
          <ac:spMkLst>
            <pc:docMk/>
            <pc:sldMk cId="2267547721" sldId="274"/>
            <ac:spMk id="2" creationId="{2EE1EABC-B2A4-4F4B-2115-2EAC1AF213D0}"/>
          </ac:spMkLst>
        </pc:spChg>
        <pc:spChg chg="del mod ord">
          <ac:chgData name="Jesper Rindom Jensen" userId="a310f5d1-ee7a-4c45-b82c-78f0432bf078" providerId="ADAL" clId="{B5EBE4D9-D016-426F-8980-213FCB672033}" dt="2024-09-27T08:06:18.029" v="4234" actId="700"/>
          <ac:spMkLst>
            <pc:docMk/>
            <pc:sldMk cId="2267547721" sldId="274"/>
            <ac:spMk id="3" creationId="{671CF668-D5B0-844F-8203-3E3B4DFF1F3A}"/>
          </ac:spMkLst>
        </pc:spChg>
        <pc:spChg chg="del">
          <ac:chgData name="Jesper Rindom Jensen" userId="a310f5d1-ee7a-4c45-b82c-78f0432bf078" providerId="ADAL" clId="{B5EBE4D9-D016-426F-8980-213FCB672033}" dt="2024-09-27T08:06:18.029" v="4234" actId="700"/>
          <ac:spMkLst>
            <pc:docMk/>
            <pc:sldMk cId="2267547721" sldId="274"/>
            <ac:spMk id="4" creationId="{CCA074E8-D96F-249A-9219-2C14AA13395E}"/>
          </ac:spMkLst>
        </pc:spChg>
        <pc:spChg chg="add mod ord">
          <ac:chgData name="Jesper Rindom Jensen" userId="a310f5d1-ee7a-4c45-b82c-78f0432bf078" providerId="ADAL" clId="{B5EBE4D9-D016-426F-8980-213FCB672033}" dt="2024-09-27T08:18:11.089" v="4419" actId="5793"/>
          <ac:spMkLst>
            <pc:docMk/>
            <pc:sldMk cId="2267547721" sldId="274"/>
            <ac:spMk id="5" creationId="{80682ACF-2BE2-85DD-57BF-E7EF124D83AD}"/>
          </ac:spMkLst>
        </pc:spChg>
        <pc:picChg chg="del mod">
          <ac:chgData name="Jesper Rindom Jensen" userId="a310f5d1-ee7a-4c45-b82c-78f0432bf078" providerId="ADAL" clId="{B5EBE4D9-D016-426F-8980-213FCB672033}" dt="2024-09-27T08:12:30.986" v="4312" actId="478"/>
          <ac:picMkLst>
            <pc:docMk/>
            <pc:sldMk cId="2267547721" sldId="274"/>
            <ac:picMk id="7" creationId="{73B186D1-72AE-AC4B-FD0D-284A33EAF153}"/>
          </ac:picMkLst>
        </pc:picChg>
        <pc:picChg chg="del mod ord">
          <ac:chgData name="Jesper Rindom Jensen" userId="a310f5d1-ee7a-4c45-b82c-78f0432bf078" providerId="ADAL" clId="{B5EBE4D9-D016-426F-8980-213FCB672033}" dt="2024-09-27T08:14:14.903" v="4328" actId="478"/>
          <ac:picMkLst>
            <pc:docMk/>
            <pc:sldMk cId="2267547721" sldId="274"/>
            <ac:picMk id="9" creationId="{BB3C0128-2614-789B-2A0E-E86B70FEBF01}"/>
          </ac:picMkLst>
        </pc:picChg>
        <pc:picChg chg="mod ord">
          <ac:chgData name="Jesper Rindom Jensen" userId="a310f5d1-ee7a-4c45-b82c-78f0432bf078" providerId="ADAL" clId="{B5EBE4D9-D016-426F-8980-213FCB672033}" dt="2024-09-27T08:14:17.727" v="4329" actId="1076"/>
          <ac:picMkLst>
            <pc:docMk/>
            <pc:sldMk cId="2267547721" sldId="274"/>
            <ac:picMk id="11" creationId="{CA3019EE-4E44-26A4-A8F0-835F989D9EF4}"/>
          </ac:picMkLst>
        </pc:picChg>
        <pc:picChg chg="del mod">
          <ac:chgData name="Jesper Rindom Jensen" userId="a310f5d1-ee7a-4c45-b82c-78f0432bf078" providerId="ADAL" clId="{B5EBE4D9-D016-426F-8980-213FCB672033}" dt="2024-09-27T08:17:53.003" v="4387" actId="478"/>
          <ac:picMkLst>
            <pc:docMk/>
            <pc:sldMk cId="2267547721" sldId="274"/>
            <ac:picMk id="13" creationId="{F3E97314-C960-54B6-E713-387044DB484F}"/>
          </ac:picMkLst>
        </pc:picChg>
        <pc:picChg chg="mod ord">
          <ac:chgData name="Jesper Rindom Jensen" userId="a310f5d1-ee7a-4c45-b82c-78f0432bf078" providerId="ADAL" clId="{B5EBE4D9-D016-426F-8980-213FCB672033}" dt="2024-09-27T08:18:02.033" v="4388" actId="1076"/>
          <ac:picMkLst>
            <pc:docMk/>
            <pc:sldMk cId="2267547721" sldId="274"/>
            <ac:picMk id="15" creationId="{2108DBE2-20EE-6392-B631-E64DDE6E2B78}"/>
          </ac:picMkLst>
        </pc:picChg>
        <pc:picChg chg="mod">
          <ac:chgData name="Jesper Rindom Jensen" userId="a310f5d1-ee7a-4c45-b82c-78f0432bf078" providerId="ADAL" clId="{B5EBE4D9-D016-426F-8980-213FCB672033}" dt="2024-09-27T08:18:41.633" v="4426" actId="1076"/>
          <ac:picMkLst>
            <pc:docMk/>
            <pc:sldMk cId="2267547721" sldId="274"/>
            <ac:picMk id="17" creationId="{B601A144-AD60-B807-D390-4794ECADF558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687459029" sldId="274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109063670" sldId="275"/>
        </pc:sldMkLst>
      </pc:sldChg>
      <pc:sldChg chg="addSp delSp modSp new mod">
        <pc:chgData name="Jesper Rindom Jensen" userId="a310f5d1-ee7a-4c45-b82c-78f0432bf078" providerId="ADAL" clId="{B5EBE4D9-D016-426F-8980-213FCB672033}" dt="2024-09-27T08:30:18.111" v="4518" actId="207"/>
        <pc:sldMkLst>
          <pc:docMk/>
          <pc:sldMk cId="4067421279" sldId="275"/>
        </pc:sldMkLst>
        <pc:spChg chg="mod">
          <ac:chgData name="Jesper Rindom Jensen" userId="a310f5d1-ee7a-4c45-b82c-78f0432bf078" providerId="ADAL" clId="{B5EBE4D9-D016-426F-8980-213FCB672033}" dt="2024-09-27T08:19:04.494" v="4428"/>
          <ac:spMkLst>
            <pc:docMk/>
            <pc:sldMk cId="4067421279" sldId="275"/>
            <ac:spMk id="2" creationId="{921A8D4F-E7C2-6426-7F3B-5CD1CFC7A3EF}"/>
          </ac:spMkLst>
        </pc:spChg>
        <pc:spChg chg="mod">
          <ac:chgData name="Jesper Rindom Jensen" userId="a310f5d1-ee7a-4c45-b82c-78f0432bf078" providerId="ADAL" clId="{B5EBE4D9-D016-426F-8980-213FCB672033}" dt="2024-09-27T08:19:49.721" v="4454" actId="5793"/>
          <ac:spMkLst>
            <pc:docMk/>
            <pc:sldMk cId="4067421279" sldId="275"/>
            <ac:spMk id="3" creationId="{7A9C0AD7-9FB6-54FD-651D-7BC299D55315}"/>
          </ac:spMkLst>
        </pc:spChg>
        <pc:spChg chg="add mod">
          <ac:chgData name="Jesper Rindom Jensen" userId="a310f5d1-ee7a-4c45-b82c-78f0432bf078" providerId="ADAL" clId="{B5EBE4D9-D016-426F-8980-213FCB672033}" dt="2024-09-27T08:30:18.111" v="4518" actId="207"/>
          <ac:spMkLst>
            <pc:docMk/>
            <pc:sldMk cId="4067421279" sldId="275"/>
            <ac:spMk id="8" creationId="{F9D4363B-1EF3-D97B-5010-29FA09EB9485}"/>
          </ac:spMkLst>
        </pc:spChg>
        <pc:spChg chg="add mod">
          <ac:chgData name="Jesper Rindom Jensen" userId="a310f5d1-ee7a-4c45-b82c-78f0432bf078" providerId="ADAL" clId="{B5EBE4D9-D016-426F-8980-213FCB672033}" dt="2024-09-27T08:30:18.111" v="4518" actId="207"/>
          <ac:spMkLst>
            <pc:docMk/>
            <pc:sldMk cId="4067421279" sldId="275"/>
            <ac:spMk id="9" creationId="{7D47234E-9675-0BAA-C30C-2E938F0EF422}"/>
          </ac:spMkLst>
        </pc:spChg>
        <pc:spChg chg="add mod">
          <ac:chgData name="Jesper Rindom Jensen" userId="a310f5d1-ee7a-4c45-b82c-78f0432bf078" providerId="ADAL" clId="{B5EBE4D9-D016-426F-8980-213FCB672033}" dt="2024-09-27T08:30:18.111" v="4518" actId="207"/>
          <ac:spMkLst>
            <pc:docMk/>
            <pc:sldMk cId="4067421279" sldId="275"/>
            <ac:spMk id="10" creationId="{EDBAF5E2-4517-4B79-64BE-7420434E91A8}"/>
          </ac:spMkLst>
        </pc:spChg>
        <pc:picChg chg="del mod">
          <ac:chgData name="Jesper Rindom Jensen" userId="a310f5d1-ee7a-4c45-b82c-78f0432bf078" providerId="ADAL" clId="{B5EBE4D9-D016-426F-8980-213FCB672033}" dt="2024-09-27T08:29:10.212" v="4471" actId="478"/>
          <ac:picMkLst>
            <pc:docMk/>
            <pc:sldMk cId="4067421279" sldId="275"/>
            <ac:picMk id="5" creationId="{4FD1F6ED-71A8-A1BF-5A62-A69BE540E3FE}"/>
          </ac:picMkLst>
        </pc:picChg>
        <pc:picChg chg="mod ord">
          <ac:chgData name="Jesper Rindom Jensen" userId="a310f5d1-ee7a-4c45-b82c-78f0432bf078" providerId="ADAL" clId="{B5EBE4D9-D016-426F-8980-213FCB672033}" dt="2024-09-27T08:29:19.048" v="4472" actId="1076"/>
          <ac:picMkLst>
            <pc:docMk/>
            <pc:sldMk cId="4067421279" sldId="275"/>
            <ac:picMk id="7" creationId="{4CAD61FD-F85C-752F-3665-191B0645B710}"/>
          </ac:picMkLst>
        </pc:picChg>
      </pc:sldChg>
      <pc:sldChg chg="addSp modSp new mod">
        <pc:chgData name="Jesper Rindom Jensen" userId="a310f5d1-ee7a-4c45-b82c-78f0432bf078" providerId="ADAL" clId="{B5EBE4D9-D016-426F-8980-213FCB672033}" dt="2024-09-27T08:31:24.462" v="4605" actId="1076"/>
        <pc:sldMkLst>
          <pc:docMk/>
          <pc:sldMk cId="1986954977" sldId="276"/>
        </pc:sldMkLst>
        <pc:spChg chg="mod">
          <ac:chgData name="Jesper Rindom Jensen" userId="a310f5d1-ee7a-4c45-b82c-78f0432bf078" providerId="ADAL" clId="{B5EBE4D9-D016-426F-8980-213FCB672033}" dt="2024-09-27T08:30:31.875" v="4520"/>
          <ac:spMkLst>
            <pc:docMk/>
            <pc:sldMk cId="1986954977" sldId="276"/>
            <ac:spMk id="2" creationId="{8F78941B-714A-CDBE-1530-0EB19419D62A}"/>
          </ac:spMkLst>
        </pc:spChg>
        <pc:spChg chg="mod">
          <ac:chgData name="Jesper Rindom Jensen" userId="a310f5d1-ee7a-4c45-b82c-78f0432bf078" providerId="ADAL" clId="{B5EBE4D9-D016-426F-8980-213FCB672033}" dt="2024-09-27T08:31:09.059" v="4603" actId="113"/>
          <ac:spMkLst>
            <pc:docMk/>
            <pc:sldMk cId="1986954977" sldId="276"/>
            <ac:spMk id="3" creationId="{5B2285FE-8D7C-2F82-0801-8F6E44C54E71}"/>
          </ac:spMkLst>
        </pc:spChg>
        <pc:picChg chg="add mod">
          <ac:chgData name="Jesper Rindom Jensen" userId="a310f5d1-ee7a-4c45-b82c-78f0432bf078" providerId="ADAL" clId="{B5EBE4D9-D016-426F-8980-213FCB672033}" dt="2024-09-27T08:31:24.462" v="4605" actId="1076"/>
          <ac:picMkLst>
            <pc:docMk/>
            <pc:sldMk cId="1986954977" sldId="276"/>
            <ac:picMk id="5" creationId="{D405F5AF-0DF3-FA03-31EC-862C3A83E861}"/>
          </ac:picMkLst>
        </pc:pic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4210953221" sldId="276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005062655" sldId="277"/>
        </pc:sldMkLst>
      </pc:sldChg>
      <pc:sldChg chg="addSp delSp modSp new mod">
        <pc:chgData name="Jesper Rindom Jensen" userId="a310f5d1-ee7a-4c45-b82c-78f0432bf078" providerId="ADAL" clId="{B5EBE4D9-D016-426F-8980-213FCB672033}" dt="2024-09-27T08:32:35.696" v="4703" actId="20577"/>
        <pc:sldMkLst>
          <pc:docMk/>
          <pc:sldMk cId="3661995934" sldId="277"/>
        </pc:sldMkLst>
        <pc:spChg chg="mod">
          <ac:chgData name="Jesper Rindom Jensen" userId="a310f5d1-ee7a-4c45-b82c-78f0432bf078" providerId="ADAL" clId="{B5EBE4D9-D016-426F-8980-213FCB672033}" dt="2024-09-27T08:32:35.696" v="4703" actId="20577"/>
          <ac:spMkLst>
            <pc:docMk/>
            <pc:sldMk cId="3661995934" sldId="277"/>
            <ac:spMk id="2" creationId="{16AD2BF3-61D2-827D-6AE1-B322DEE176B3}"/>
          </ac:spMkLst>
        </pc:spChg>
        <pc:spChg chg="del">
          <ac:chgData name="Jesper Rindom Jensen" userId="a310f5d1-ee7a-4c45-b82c-78f0432bf078" providerId="ADAL" clId="{B5EBE4D9-D016-426F-8980-213FCB672033}" dt="2024-09-27T08:31:52.003" v="4609" actId="478"/>
          <ac:spMkLst>
            <pc:docMk/>
            <pc:sldMk cId="3661995934" sldId="277"/>
            <ac:spMk id="3" creationId="{C99E23AE-9062-703C-C98B-A605BC3439A0}"/>
          </ac:spMkLst>
        </pc:spChg>
        <pc:picChg chg="add mod">
          <ac:chgData name="Jesper Rindom Jensen" userId="a310f5d1-ee7a-4c45-b82c-78f0432bf078" providerId="ADAL" clId="{B5EBE4D9-D016-426F-8980-213FCB672033}" dt="2024-09-27T08:31:54.674" v="4610" actId="1076"/>
          <ac:picMkLst>
            <pc:docMk/>
            <pc:sldMk cId="3661995934" sldId="277"/>
            <ac:picMk id="5" creationId="{2662013D-EE4B-AC29-319F-E84E7A024877}"/>
          </ac:picMkLst>
        </pc:picChg>
      </pc:sldChg>
      <pc:sldChg chg="modSp new mod">
        <pc:chgData name="Jesper Rindom Jensen" userId="a310f5d1-ee7a-4c45-b82c-78f0432bf078" providerId="ADAL" clId="{B5EBE4D9-D016-426F-8980-213FCB672033}" dt="2024-09-27T08:33:27.955" v="4728" actId="6549"/>
        <pc:sldMkLst>
          <pc:docMk/>
          <pc:sldMk cId="1216852912" sldId="278"/>
        </pc:sldMkLst>
        <pc:spChg chg="mod">
          <ac:chgData name="Jesper Rindom Jensen" userId="a310f5d1-ee7a-4c45-b82c-78f0432bf078" providerId="ADAL" clId="{B5EBE4D9-D016-426F-8980-213FCB672033}" dt="2024-09-27T08:33:27.955" v="4728" actId="6549"/>
          <ac:spMkLst>
            <pc:docMk/>
            <pc:sldMk cId="1216852912" sldId="278"/>
            <ac:spMk id="2" creationId="{315BDEED-FAD5-6B24-9568-C001CDB06B35}"/>
          </ac:spMkLst>
        </pc:spChg>
        <pc:spChg chg="mod">
          <ac:chgData name="Jesper Rindom Jensen" userId="a310f5d1-ee7a-4c45-b82c-78f0432bf078" providerId="ADAL" clId="{B5EBE4D9-D016-426F-8980-213FCB672033}" dt="2024-09-27T08:33:24.024" v="4725" actId="21"/>
          <ac:spMkLst>
            <pc:docMk/>
            <pc:sldMk cId="1216852912" sldId="278"/>
            <ac:spMk id="3" creationId="{E5D8B7FB-F8D4-B2C7-98A4-E4F212093346}"/>
          </ac:spMkLst>
        </pc:sp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363302010" sldId="278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222728584" sldId="279"/>
        </pc:sldMkLst>
      </pc:sldChg>
      <pc:sldChg chg="modSp new mod">
        <pc:chgData name="Jesper Rindom Jensen" userId="a310f5d1-ee7a-4c45-b82c-78f0432bf078" providerId="ADAL" clId="{B5EBE4D9-D016-426F-8980-213FCB672033}" dt="2024-09-27T08:33:43.088" v="4733" actId="20577"/>
        <pc:sldMkLst>
          <pc:docMk/>
          <pc:sldMk cId="3575616704" sldId="279"/>
        </pc:sldMkLst>
        <pc:spChg chg="mod">
          <ac:chgData name="Jesper Rindom Jensen" userId="a310f5d1-ee7a-4c45-b82c-78f0432bf078" providerId="ADAL" clId="{B5EBE4D9-D016-426F-8980-213FCB672033}" dt="2024-09-27T08:33:36.071" v="4730"/>
          <ac:spMkLst>
            <pc:docMk/>
            <pc:sldMk cId="3575616704" sldId="279"/>
            <ac:spMk id="2" creationId="{ED17D80F-89DC-A6A3-9CD3-645A013715E1}"/>
          </ac:spMkLst>
        </pc:spChg>
        <pc:spChg chg="mod">
          <ac:chgData name="Jesper Rindom Jensen" userId="a310f5d1-ee7a-4c45-b82c-78f0432bf078" providerId="ADAL" clId="{B5EBE4D9-D016-426F-8980-213FCB672033}" dt="2024-09-27T08:33:43.088" v="4733" actId="20577"/>
          <ac:spMkLst>
            <pc:docMk/>
            <pc:sldMk cId="3575616704" sldId="279"/>
            <ac:spMk id="3" creationId="{8E87B107-EED0-4646-B3C9-6F527396BC1F}"/>
          </ac:spMkLst>
        </pc:spChg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487377318" sldId="280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20287478" sldId="281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077154217" sldId="282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461158462" sldId="283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024352163" sldId="284"/>
        </pc:sldMkLst>
      </pc:sldChg>
    </pc:docChg>
  </pc:docChgLst>
  <pc:docChgLst>
    <pc:chgData name="Jesper Rindom Jensen" userId="a310f5d1-ee7a-4c45-b82c-78f0432bf078" providerId="ADAL" clId="{98A50C6B-0E8B-49A5-B16B-580B0798B880}"/>
    <pc:docChg chg="undo custSel addSld delSld modSld">
      <pc:chgData name="Jesper Rindom Jensen" userId="a310f5d1-ee7a-4c45-b82c-78f0432bf078" providerId="ADAL" clId="{98A50C6B-0E8B-49A5-B16B-580B0798B880}" dt="2024-10-06T10:43:21.773" v="1321" actId="47"/>
      <pc:docMkLst>
        <pc:docMk/>
      </pc:docMkLst>
      <pc:sldChg chg="del">
        <pc:chgData name="Jesper Rindom Jensen" userId="a310f5d1-ee7a-4c45-b82c-78f0432bf078" providerId="ADAL" clId="{98A50C6B-0E8B-49A5-B16B-580B0798B880}" dt="2024-10-06T10:43:21.773" v="1321" actId="47"/>
        <pc:sldMkLst>
          <pc:docMk/>
          <pc:sldMk cId="1792883787" sldId="261"/>
        </pc:sldMkLst>
      </pc:sldChg>
      <pc:sldChg chg="delSp modSp mod">
        <pc:chgData name="Jesper Rindom Jensen" userId="a310f5d1-ee7a-4c45-b82c-78f0432bf078" providerId="ADAL" clId="{98A50C6B-0E8B-49A5-B16B-580B0798B880}" dt="2024-10-06T09:49:25.276" v="24" actId="1076"/>
        <pc:sldMkLst>
          <pc:docMk/>
          <pc:sldMk cId="2582332815" sldId="282"/>
        </pc:sldMkLst>
        <pc:picChg chg="del mod">
          <ac:chgData name="Jesper Rindom Jensen" userId="a310f5d1-ee7a-4c45-b82c-78f0432bf078" providerId="ADAL" clId="{98A50C6B-0E8B-49A5-B16B-580B0798B880}" dt="2024-10-06T09:49:19.973" v="20" actId="478"/>
          <ac:picMkLst>
            <pc:docMk/>
            <pc:sldMk cId="2582332815" sldId="282"/>
            <ac:picMk id="6" creationId="{D0E697D6-F38B-B37D-DF90-AFBFF3911A88}"/>
          </ac:picMkLst>
        </pc:picChg>
        <pc:picChg chg="mod ord">
          <ac:chgData name="Jesper Rindom Jensen" userId="a310f5d1-ee7a-4c45-b82c-78f0432bf078" providerId="ADAL" clId="{98A50C6B-0E8B-49A5-B16B-580B0798B880}" dt="2024-10-06T09:49:24.414" v="23" actId="1076"/>
          <ac:picMkLst>
            <pc:docMk/>
            <pc:sldMk cId="2582332815" sldId="282"/>
            <ac:picMk id="8" creationId="{8ED61895-E26A-8CBF-36A6-06E2F92A3085}"/>
          </ac:picMkLst>
        </pc:picChg>
        <pc:picChg chg="mod">
          <ac:chgData name="Jesper Rindom Jensen" userId="a310f5d1-ee7a-4c45-b82c-78f0432bf078" providerId="ADAL" clId="{98A50C6B-0E8B-49A5-B16B-580B0798B880}" dt="2024-10-06T09:49:25.276" v="24" actId="1076"/>
          <ac:picMkLst>
            <pc:docMk/>
            <pc:sldMk cId="2582332815" sldId="282"/>
            <ac:picMk id="21" creationId="{EC0D2A9B-BD71-C66B-A1A9-2FE95B4E0C7F}"/>
          </ac:picMkLst>
        </pc:picChg>
      </pc:sldChg>
      <pc:sldChg chg="addSp delSp modSp new mod">
        <pc:chgData name="Jesper Rindom Jensen" userId="a310f5d1-ee7a-4c45-b82c-78f0432bf078" providerId="ADAL" clId="{98A50C6B-0E8B-49A5-B16B-580B0798B880}" dt="2024-10-06T09:50:38.746" v="51" actId="1076"/>
        <pc:sldMkLst>
          <pc:docMk/>
          <pc:sldMk cId="1540780047" sldId="283"/>
        </pc:sldMkLst>
        <pc:spChg chg="mod">
          <ac:chgData name="Jesper Rindom Jensen" userId="a310f5d1-ee7a-4c45-b82c-78f0432bf078" providerId="ADAL" clId="{98A50C6B-0E8B-49A5-B16B-580B0798B880}" dt="2024-10-06T09:49:38.259" v="47" actId="20577"/>
          <ac:spMkLst>
            <pc:docMk/>
            <pc:sldMk cId="1540780047" sldId="283"/>
            <ac:spMk id="2" creationId="{B3B4BE10-4FCD-5144-4ACE-58B939369C0A}"/>
          </ac:spMkLst>
        </pc:spChg>
        <pc:spChg chg="del">
          <ac:chgData name="Jesper Rindom Jensen" userId="a310f5d1-ee7a-4c45-b82c-78f0432bf078" providerId="ADAL" clId="{98A50C6B-0E8B-49A5-B16B-580B0798B880}" dt="2024-10-06T09:50:29.966" v="48" actId="22"/>
          <ac:spMkLst>
            <pc:docMk/>
            <pc:sldMk cId="1540780047" sldId="283"/>
            <ac:spMk id="3" creationId="{BA69BA05-FCAA-6CE6-6AD6-E161F8F67B4D}"/>
          </ac:spMkLst>
        </pc:spChg>
        <pc:picChg chg="add mod ord">
          <ac:chgData name="Jesper Rindom Jensen" userId="a310f5d1-ee7a-4c45-b82c-78f0432bf078" providerId="ADAL" clId="{98A50C6B-0E8B-49A5-B16B-580B0798B880}" dt="2024-10-06T09:50:38.746" v="51" actId="1076"/>
          <ac:picMkLst>
            <pc:docMk/>
            <pc:sldMk cId="1540780047" sldId="283"/>
            <ac:picMk id="5" creationId="{87A414F5-8413-094B-B5FD-11F232E642C5}"/>
          </ac:picMkLst>
        </pc:picChg>
      </pc:sldChg>
      <pc:sldChg chg="delSp modSp new mod">
        <pc:chgData name="Jesper Rindom Jensen" userId="a310f5d1-ee7a-4c45-b82c-78f0432bf078" providerId="ADAL" clId="{98A50C6B-0E8B-49A5-B16B-580B0798B880}" dt="2024-10-06T09:59:14.096" v="351" actId="20577"/>
        <pc:sldMkLst>
          <pc:docMk/>
          <pc:sldMk cId="1437549097" sldId="284"/>
        </pc:sldMkLst>
        <pc:spChg chg="mod">
          <ac:chgData name="Jesper Rindom Jensen" userId="a310f5d1-ee7a-4c45-b82c-78f0432bf078" providerId="ADAL" clId="{98A50C6B-0E8B-49A5-B16B-580B0798B880}" dt="2024-10-06T09:51:20.995" v="56" actId="20577"/>
          <ac:spMkLst>
            <pc:docMk/>
            <pc:sldMk cId="1437549097" sldId="284"/>
            <ac:spMk id="2" creationId="{5B8FAA57-A056-EE3E-B9A0-8CB5615BD3DF}"/>
          </ac:spMkLst>
        </pc:spChg>
        <pc:spChg chg="mod">
          <ac:chgData name="Jesper Rindom Jensen" userId="a310f5d1-ee7a-4c45-b82c-78f0432bf078" providerId="ADAL" clId="{98A50C6B-0E8B-49A5-B16B-580B0798B880}" dt="2024-10-06T09:59:14.096" v="351" actId="20577"/>
          <ac:spMkLst>
            <pc:docMk/>
            <pc:sldMk cId="1437549097" sldId="284"/>
            <ac:spMk id="3" creationId="{92895D93-C7B2-4D82-0651-85A34550197C}"/>
          </ac:spMkLst>
        </pc:spChg>
        <pc:picChg chg="del mod">
          <ac:chgData name="Jesper Rindom Jensen" userId="a310f5d1-ee7a-4c45-b82c-78f0432bf078" providerId="ADAL" clId="{98A50C6B-0E8B-49A5-B16B-580B0798B880}" dt="2024-10-06T09:54:04.761" v="119" actId="478"/>
          <ac:picMkLst>
            <pc:docMk/>
            <pc:sldMk cId="1437549097" sldId="284"/>
            <ac:picMk id="5" creationId="{74FF3BD2-75E4-31FD-3869-B3A15DBC7387}"/>
          </ac:picMkLst>
        </pc:picChg>
        <pc:picChg chg="mod ord">
          <ac:chgData name="Jesper Rindom Jensen" userId="a310f5d1-ee7a-4c45-b82c-78f0432bf078" providerId="ADAL" clId="{98A50C6B-0E8B-49A5-B16B-580B0798B880}" dt="2024-10-06T09:59:03.572" v="345" actId="1076"/>
          <ac:picMkLst>
            <pc:docMk/>
            <pc:sldMk cId="1437549097" sldId="284"/>
            <ac:picMk id="7" creationId="{7977BBDB-DCAB-F2FC-DC79-136EC40E786F}"/>
          </ac:picMkLst>
        </pc:picChg>
        <pc:picChg chg="mod">
          <ac:chgData name="Jesper Rindom Jensen" userId="a310f5d1-ee7a-4c45-b82c-78f0432bf078" providerId="ADAL" clId="{98A50C6B-0E8B-49A5-B16B-580B0798B880}" dt="2024-10-06T09:59:07.260" v="346" actId="1076"/>
          <ac:picMkLst>
            <pc:docMk/>
            <pc:sldMk cId="1437549097" sldId="284"/>
            <ac:picMk id="9" creationId="{ABBCB23A-76BE-4157-2A03-D34DD509381E}"/>
          </ac:picMkLst>
        </pc:picChg>
      </pc:sldChg>
      <pc:sldChg chg="addSp delSp modSp new mod modClrScheme chgLayout">
        <pc:chgData name="Jesper Rindom Jensen" userId="a310f5d1-ee7a-4c45-b82c-78f0432bf078" providerId="ADAL" clId="{98A50C6B-0E8B-49A5-B16B-580B0798B880}" dt="2024-10-06T10:16:52.673" v="528" actId="1076"/>
        <pc:sldMkLst>
          <pc:docMk/>
          <pc:sldMk cId="1588507714" sldId="285"/>
        </pc:sldMkLst>
        <pc:spChg chg="mod ord">
          <ac:chgData name="Jesper Rindom Jensen" userId="a310f5d1-ee7a-4c45-b82c-78f0432bf078" providerId="ADAL" clId="{98A50C6B-0E8B-49A5-B16B-580B0798B880}" dt="2024-10-06T10:16:26.898" v="522" actId="700"/>
          <ac:spMkLst>
            <pc:docMk/>
            <pc:sldMk cId="1588507714" sldId="285"/>
            <ac:spMk id="2" creationId="{CE959B3D-8EB3-9726-9FE9-BF16CFF2D504}"/>
          </ac:spMkLst>
        </pc:spChg>
        <pc:spChg chg="mod ord">
          <ac:chgData name="Jesper Rindom Jensen" userId="a310f5d1-ee7a-4c45-b82c-78f0432bf078" providerId="ADAL" clId="{98A50C6B-0E8B-49A5-B16B-580B0798B880}" dt="2024-10-06T10:16:26.898" v="522" actId="700"/>
          <ac:spMkLst>
            <pc:docMk/>
            <pc:sldMk cId="1588507714" sldId="285"/>
            <ac:spMk id="3" creationId="{A2481272-2D37-553C-BAEB-4B3ECECCC906}"/>
          </ac:spMkLst>
        </pc:spChg>
        <pc:spChg chg="add del mod ord">
          <ac:chgData name="Jesper Rindom Jensen" userId="a310f5d1-ee7a-4c45-b82c-78f0432bf078" providerId="ADAL" clId="{98A50C6B-0E8B-49A5-B16B-580B0798B880}" dt="2024-10-06T10:16:37.235" v="526"/>
          <ac:spMkLst>
            <pc:docMk/>
            <pc:sldMk cId="1588507714" sldId="285"/>
            <ac:spMk id="14" creationId="{9238F3E8-8EB4-FE80-1C88-05DA8CDE7016}"/>
          </ac:spMkLst>
        </pc:spChg>
        <pc:picChg chg="del mod">
          <ac:chgData name="Jesper Rindom Jensen" userId="a310f5d1-ee7a-4c45-b82c-78f0432bf078" providerId="ADAL" clId="{98A50C6B-0E8B-49A5-B16B-580B0798B880}" dt="2024-10-06T10:13:02.372" v="407" actId="478"/>
          <ac:picMkLst>
            <pc:docMk/>
            <pc:sldMk cId="1588507714" sldId="285"/>
            <ac:picMk id="5" creationId="{ADBB63CC-C165-93DE-721A-488468C0A61F}"/>
          </ac:picMkLst>
        </pc:picChg>
        <pc:picChg chg="del mod ord">
          <ac:chgData name="Jesper Rindom Jensen" userId="a310f5d1-ee7a-4c45-b82c-78f0432bf078" providerId="ADAL" clId="{98A50C6B-0E8B-49A5-B16B-580B0798B880}" dt="2024-10-06T10:14:34.988" v="443" actId="478"/>
          <ac:picMkLst>
            <pc:docMk/>
            <pc:sldMk cId="1588507714" sldId="285"/>
            <ac:picMk id="7" creationId="{BAC62832-4A88-1D49-B961-655BB7034011}"/>
          </ac:picMkLst>
        </pc:picChg>
        <pc:picChg chg="mod ord">
          <ac:chgData name="Jesper Rindom Jensen" userId="a310f5d1-ee7a-4c45-b82c-78f0432bf078" providerId="ADAL" clId="{98A50C6B-0E8B-49A5-B16B-580B0798B880}" dt="2024-10-06T10:16:46.560" v="527" actId="1076"/>
          <ac:picMkLst>
            <pc:docMk/>
            <pc:sldMk cId="1588507714" sldId="285"/>
            <ac:picMk id="9" creationId="{9587DE82-43A6-547A-18FE-416404BB2EBC}"/>
          </ac:picMkLst>
        </pc:picChg>
        <pc:picChg chg="mod">
          <ac:chgData name="Jesper Rindom Jensen" userId="a310f5d1-ee7a-4c45-b82c-78f0432bf078" providerId="ADAL" clId="{98A50C6B-0E8B-49A5-B16B-580B0798B880}" dt="2024-10-06T10:16:52.673" v="528" actId="1076"/>
          <ac:picMkLst>
            <pc:docMk/>
            <pc:sldMk cId="1588507714" sldId="285"/>
            <ac:picMk id="11" creationId="{FD539381-C657-B21C-451C-1F3AB422260A}"/>
          </ac:picMkLst>
        </pc:picChg>
        <pc:picChg chg="add del mod">
          <ac:chgData name="Jesper Rindom Jensen" userId="a310f5d1-ee7a-4c45-b82c-78f0432bf078" providerId="ADAL" clId="{98A50C6B-0E8B-49A5-B16B-580B0798B880}" dt="2024-10-06T10:16:36.037" v="525" actId="21"/>
          <ac:picMkLst>
            <pc:docMk/>
            <pc:sldMk cId="1588507714" sldId="285"/>
            <ac:picMk id="13" creationId="{0123ED77-4653-9517-C56A-FAADEE55A707}"/>
          </ac:picMkLst>
        </pc:picChg>
        <pc:picChg chg="add mod">
          <ac:chgData name="Jesper Rindom Jensen" userId="a310f5d1-ee7a-4c45-b82c-78f0432bf078" providerId="ADAL" clId="{98A50C6B-0E8B-49A5-B16B-580B0798B880}" dt="2024-10-06T10:16:37.235" v="526"/>
          <ac:picMkLst>
            <pc:docMk/>
            <pc:sldMk cId="1588507714" sldId="285"/>
            <ac:picMk id="15" creationId="{0123ED77-4653-9517-C56A-FAADEE55A707}"/>
          </ac:picMkLst>
        </pc:picChg>
      </pc:sldChg>
      <pc:sldChg chg="addSp delSp modSp new mod modClrScheme chgLayout">
        <pc:chgData name="Jesper Rindom Jensen" userId="a310f5d1-ee7a-4c45-b82c-78f0432bf078" providerId="ADAL" clId="{98A50C6B-0E8B-49A5-B16B-580B0798B880}" dt="2024-10-06T10:17:52.526" v="579" actId="1076"/>
        <pc:sldMkLst>
          <pc:docMk/>
          <pc:sldMk cId="3898065694" sldId="286"/>
        </pc:sldMkLst>
        <pc:spChg chg="del mod ord">
          <ac:chgData name="Jesper Rindom Jensen" userId="a310f5d1-ee7a-4c45-b82c-78f0432bf078" providerId="ADAL" clId="{98A50C6B-0E8B-49A5-B16B-580B0798B880}" dt="2024-10-06T10:17:13.115" v="530" actId="700"/>
          <ac:spMkLst>
            <pc:docMk/>
            <pc:sldMk cId="3898065694" sldId="286"/>
            <ac:spMk id="2" creationId="{33FBD519-85B5-E3C9-EEE0-6F2522B9BAA5}"/>
          </ac:spMkLst>
        </pc:spChg>
        <pc:spChg chg="del mod ord">
          <ac:chgData name="Jesper Rindom Jensen" userId="a310f5d1-ee7a-4c45-b82c-78f0432bf078" providerId="ADAL" clId="{98A50C6B-0E8B-49A5-B16B-580B0798B880}" dt="2024-10-06T10:17:13.115" v="530" actId="700"/>
          <ac:spMkLst>
            <pc:docMk/>
            <pc:sldMk cId="3898065694" sldId="286"/>
            <ac:spMk id="3" creationId="{C73BDF7C-B3AC-885F-6D46-4403A29A8E45}"/>
          </ac:spMkLst>
        </pc:spChg>
        <pc:spChg chg="del">
          <ac:chgData name="Jesper Rindom Jensen" userId="a310f5d1-ee7a-4c45-b82c-78f0432bf078" providerId="ADAL" clId="{98A50C6B-0E8B-49A5-B16B-580B0798B880}" dt="2024-10-06T10:17:13.115" v="530" actId="700"/>
          <ac:spMkLst>
            <pc:docMk/>
            <pc:sldMk cId="3898065694" sldId="286"/>
            <ac:spMk id="4" creationId="{7E38880A-C773-681E-C25F-018E5F050A1A}"/>
          </ac:spMkLst>
        </pc:spChg>
        <pc:spChg chg="add mod ord">
          <ac:chgData name="Jesper Rindom Jensen" userId="a310f5d1-ee7a-4c45-b82c-78f0432bf078" providerId="ADAL" clId="{98A50C6B-0E8B-49A5-B16B-580B0798B880}" dt="2024-10-06T10:17:32.167" v="575" actId="20577"/>
          <ac:spMkLst>
            <pc:docMk/>
            <pc:sldMk cId="3898065694" sldId="286"/>
            <ac:spMk id="5" creationId="{428C2B4C-9833-1662-9033-799088DBFEE2}"/>
          </ac:spMkLst>
        </pc:spChg>
        <pc:spChg chg="add del mod ord">
          <ac:chgData name="Jesper Rindom Jensen" userId="a310f5d1-ee7a-4c45-b82c-78f0432bf078" providerId="ADAL" clId="{98A50C6B-0E8B-49A5-B16B-580B0798B880}" dt="2024-10-06T10:17:45.468" v="576" actId="22"/>
          <ac:spMkLst>
            <pc:docMk/>
            <pc:sldMk cId="3898065694" sldId="286"/>
            <ac:spMk id="6" creationId="{ED390F9D-3E42-2784-5B92-0739433EA787}"/>
          </ac:spMkLst>
        </pc:spChg>
        <pc:picChg chg="add mod ord">
          <ac:chgData name="Jesper Rindom Jensen" userId="a310f5d1-ee7a-4c45-b82c-78f0432bf078" providerId="ADAL" clId="{98A50C6B-0E8B-49A5-B16B-580B0798B880}" dt="2024-10-06T10:17:52.526" v="579" actId="1076"/>
          <ac:picMkLst>
            <pc:docMk/>
            <pc:sldMk cId="3898065694" sldId="286"/>
            <ac:picMk id="8" creationId="{524E7AC2-D787-059B-AF98-8C2F7F4C4B14}"/>
          </ac:picMkLst>
        </pc:picChg>
      </pc:sldChg>
      <pc:sldChg chg="modSp new mod">
        <pc:chgData name="Jesper Rindom Jensen" userId="a310f5d1-ee7a-4c45-b82c-78f0432bf078" providerId="ADAL" clId="{98A50C6B-0E8B-49A5-B16B-580B0798B880}" dt="2024-10-06T10:25:00.626" v="975" actId="20577"/>
        <pc:sldMkLst>
          <pc:docMk/>
          <pc:sldMk cId="3857248271" sldId="287"/>
        </pc:sldMkLst>
        <pc:spChg chg="mod">
          <ac:chgData name="Jesper Rindom Jensen" userId="a310f5d1-ee7a-4c45-b82c-78f0432bf078" providerId="ADAL" clId="{98A50C6B-0E8B-49A5-B16B-580B0798B880}" dt="2024-10-06T10:18:45.649" v="596" actId="20577"/>
          <ac:spMkLst>
            <pc:docMk/>
            <pc:sldMk cId="3857248271" sldId="287"/>
            <ac:spMk id="2" creationId="{9D07D55D-0458-14E7-0BDF-D33A99B33E02}"/>
          </ac:spMkLst>
        </pc:spChg>
        <pc:spChg chg="mod">
          <ac:chgData name="Jesper Rindom Jensen" userId="a310f5d1-ee7a-4c45-b82c-78f0432bf078" providerId="ADAL" clId="{98A50C6B-0E8B-49A5-B16B-580B0798B880}" dt="2024-10-06T10:25:00.626" v="975" actId="20577"/>
          <ac:spMkLst>
            <pc:docMk/>
            <pc:sldMk cId="3857248271" sldId="287"/>
            <ac:spMk id="3" creationId="{F383BDD6-2344-DEF2-27AB-B86AA6CC721D}"/>
          </ac:spMkLst>
        </pc:spChg>
      </pc:sldChg>
      <pc:sldChg chg="delSp modSp new mod">
        <pc:chgData name="Jesper Rindom Jensen" userId="a310f5d1-ee7a-4c45-b82c-78f0432bf078" providerId="ADAL" clId="{98A50C6B-0E8B-49A5-B16B-580B0798B880}" dt="2024-10-06T10:42:39.119" v="1320" actId="1076"/>
        <pc:sldMkLst>
          <pc:docMk/>
          <pc:sldMk cId="134901515" sldId="288"/>
        </pc:sldMkLst>
        <pc:spChg chg="mod">
          <ac:chgData name="Jesper Rindom Jensen" userId="a310f5d1-ee7a-4c45-b82c-78f0432bf078" providerId="ADAL" clId="{98A50C6B-0E8B-49A5-B16B-580B0798B880}" dt="2024-10-06T10:27:19.198" v="1029" actId="20577"/>
          <ac:spMkLst>
            <pc:docMk/>
            <pc:sldMk cId="134901515" sldId="288"/>
            <ac:spMk id="2" creationId="{C2FBF3FA-5304-B45B-0F1F-C4C0B6A76B5E}"/>
          </ac:spMkLst>
        </pc:spChg>
        <pc:spChg chg="mod">
          <ac:chgData name="Jesper Rindom Jensen" userId="a310f5d1-ee7a-4c45-b82c-78f0432bf078" providerId="ADAL" clId="{98A50C6B-0E8B-49A5-B16B-580B0798B880}" dt="2024-10-06T10:41:39.807" v="1311" actId="20577"/>
          <ac:spMkLst>
            <pc:docMk/>
            <pc:sldMk cId="134901515" sldId="288"/>
            <ac:spMk id="3" creationId="{A03078B2-BC8D-1852-DBD0-E1CA9E4C80C7}"/>
          </ac:spMkLst>
        </pc:spChg>
        <pc:picChg chg="del mod">
          <ac:chgData name="Jesper Rindom Jensen" userId="a310f5d1-ee7a-4c45-b82c-78f0432bf078" providerId="ADAL" clId="{98A50C6B-0E8B-49A5-B16B-580B0798B880}" dt="2024-10-06T10:38:00.042" v="1230" actId="478"/>
          <ac:picMkLst>
            <pc:docMk/>
            <pc:sldMk cId="134901515" sldId="288"/>
            <ac:picMk id="5" creationId="{CD451537-93E7-7D1F-EC61-42B3FAE0DA51}"/>
          </ac:picMkLst>
        </pc:picChg>
        <pc:picChg chg="del mod ord">
          <ac:chgData name="Jesper Rindom Jensen" userId="a310f5d1-ee7a-4c45-b82c-78f0432bf078" providerId="ADAL" clId="{98A50C6B-0E8B-49A5-B16B-580B0798B880}" dt="2024-10-06T10:39:16.023" v="1244" actId="478"/>
          <ac:picMkLst>
            <pc:docMk/>
            <pc:sldMk cId="134901515" sldId="288"/>
            <ac:picMk id="7" creationId="{93FF70BF-7B2A-77E4-D080-5F60B4D6E407}"/>
          </ac:picMkLst>
        </pc:picChg>
        <pc:picChg chg="del mod ord">
          <ac:chgData name="Jesper Rindom Jensen" userId="a310f5d1-ee7a-4c45-b82c-78f0432bf078" providerId="ADAL" clId="{98A50C6B-0E8B-49A5-B16B-580B0798B880}" dt="2024-10-06T10:39:39.794" v="1258" actId="478"/>
          <ac:picMkLst>
            <pc:docMk/>
            <pc:sldMk cId="134901515" sldId="288"/>
            <ac:picMk id="9" creationId="{65EB59D2-7339-1C1D-4B78-6B42F76D90B3}"/>
          </ac:picMkLst>
        </pc:picChg>
        <pc:picChg chg="del mod ord">
          <ac:chgData name="Jesper Rindom Jensen" userId="a310f5d1-ee7a-4c45-b82c-78f0432bf078" providerId="ADAL" clId="{98A50C6B-0E8B-49A5-B16B-580B0798B880}" dt="2024-10-06T10:41:07.029" v="1272" actId="478"/>
          <ac:picMkLst>
            <pc:docMk/>
            <pc:sldMk cId="134901515" sldId="288"/>
            <ac:picMk id="11" creationId="{745B16F0-99FA-156F-9F75-678B4E83AF82}"/>
          </ac:picMkLst>
        </pc:picChg>
        <pc:picChg chg="mod ord">
          <ac:chgData name="Jesper Rindom Jensen" userId="a310f5d1-ee7a-4c45-b82c-78f0432bf078" providerId="ADAL" clId="{98A50C6B-0E8B-49A5-B16B-580B0798B880}" dt="2024-10-06T10:41:11.897" v="1275" actId="1076"/>
          <ac:picMkLst>
            <pc:docMk/>
            <pc:sldMk cId="134901515" sldId="288"/>
            <ac:picMk id="13" creationId="{CA5DB642-2C00-F935-2020-AF85AF4C9A01}"/>
          </ac:picMkLst>
        </pc:picChg>
        <pc:picChg chg="mod">
          <ac:chgData name="Jesper Rindom Jensen" userId="a310f5d1-ee7a-4c45-b82c-78f0432bf078" providerId="ADAL" clId="{98A50C6B-0E8B-49A5-B16B-580B0798B880}" dt="2024-10-06T10:42:39.119" v="1320" actId="1076"/>
          <ac:picMkLst>
            <pc:docMk/>
            <pc:sldMk cId="134901515" sldId="288"/>
            <ac:picMk id="15" creationId="{16217B96-207D-9791-AF4D-69F4BDB84599}"/>
          </ac:picMkLst>
        </pc:picChg>
      </pc:sldChg>
    </pc:docChg>
  </pc:docChgLst>
  <pc:docChgLst>
    <pc:chgData name="Jesper Rindom Jensen" userId="a310f5d1-ee7a-4c45-b82c-78f0432bf078" providerId="ADAL" clId="{2B4F94AE-067D-4DFC-831A-CEF21D6C1CEC}"/>
    <pc:docChg chg="undo custSel addSld delSld modSld">
      <pc:chgData name="Jesper Rindom Jensen" userId="a310f5d1-ee7a-4c45-b82c-78f0432bf078" providerId="ADAL" clId="{2B4F94AE-067D-4DFC-831A-CEF21D6C1CEC}" dt="2024-09-23T06:03:50.396" v="494" actId="20577"/>
      <pc:docMkLst>
        <pc:docMk/>
      </pc:docMkLst>
      <pc:sldChg chg="modSp mod">
        <pc:chgData name="Jesper Rindom Jensen" userId="a310f5d1-ee7a-4c45-b82c-78f0432bf078" providerId="ADAL" clId="{2B4F94AE-067D-4DFC-831A-CEF21D6C1CEC}" dt="2024-09-20T06:41:32.888" v="0"/>
        <pc:sldMkLst>
          <pc:docMk/>
          <pc:sldMk cId="1976493628" sldId="256"/>
        </pc:sldMkLst>
        <pc:spChg chg="mod">
          <ac:chgData name="Jesper Rindom Jensen" userId="a310f5d1-ee7a-4c45-b82c-78f0432bf078" providerId="ADAL" clId="{2B4F94AE-067D-4DFC-831A-CEF21D6C1CEC}" dt="2024-09-20T06:41:32.888" v="0"/>
          <ac:spMkLst>
            <pc:docMk/>
            <pc:sldMk cId="1976493628" sldId="256"/>
            <ac:spMk id="2" creationId="{8CE5FD2F-7BCB-5CB0-0241-99CDD302C83E}"/>
          </ac:spMkLst>
        </pc:sp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651365173" sldId="257"/>
        </pc:sldMkLst>
      </pc:sldChg>
      <pc:sldChg chg="delSp modSp new mod">
        <pc:chgData name="Jesper Rindom Jensen" userId="a310f5d1-ee7a-4c45-b82c-78f0432bf078" providerId="ADAL" clId="{2B4F94AE-067D-4DFC-831A-CEF21D6C1CEC}" dt="2024-09-20T06:46:19.426" v="89" actId="5793"/>
        <pc:sldMkLst>
          <pc:docMk/>
          <pc:sldMk cId="4091737506" sldId="257"/>
        </pc:sldMkLst>
        <pc:spChg chg="mod">
          <ac:chgData name="Jesper Rindom Jensen" userId="a310f5d1-ee7a-4c45-b82c-78f0432bf078" providerId="ADAL" clId="{2B4F94AE-067D-4DFC-831A-CEF21D6C1CEC}" dt="2024-09-20T06:41:59.608" v="37" actId="20577"/>
          <ac:spMkLst>
            <pc:docMk/>
            <pc:sldMk cId="4091737506" sldId="257"/>
            <ac:spMk id="2" creationId="{DEEE4413-9DB1-49CD-4709-697CEF6FBFE4}"/>
          </ac:spMkLst>
        </pc:spChg>
        <pc:spChg chg="mod">
          <ac:chgData name="Jesper Rindom Jensen" userId="a310f5d1-ee7a-4c45-b82c-78f0432bf078" providerId="ADAL" clId="{2B4F94AE-067D-4DFC-831A-CEF21D6C1CEC}" dt="2024-09-20T06:46:19.426" v="89" actId="5793"/>
          <ac:spMkLst>
            <pc:docMk/>
            <pc:sldMk cId="4091737506" sldId="257"/>
            <ac:spMk id="3" creationId="{FB6B9AD4-4738-FEBC-4C84-83AD28F22CD8}"/>
          </ac:spMkLst>
        </pc:spChg>
        <pc:picChg chg="del mod">
          <ac:chgData name="Jesper Rindom Jensen" userId="a310f5d1-ee7a-4c45-b82c-78f0432bf078" providerId="ADAL" clId="{2B4F94AE-067D-4DFC-831A-CEF21D6C1CEC}" dt="2024-09-20T06:43:18.235" v="55" actId="478"/>
          <ac:picMkLst>
            <pc:docMk/>
            <pc:sldMk cId="4091737506" sldId="257"/>
            <ac:picMk id="5" creationId="{1833D864-96E4-B09E-5E86-7037DDD058AF}"/>
          </ac:picMkLst>
        </pc:picChg>
        <pc:picChg chg="mod">
          <ac:chgData name="Jesper Rindom Jensen" userId="a310f5d1-ee7a-4c45-b82c-78f0432bf078" providerId="ADAL" clId="{2B4F94AE-067D-4DFC-831A-CEF21D6C1CEC}" dt="2024-09-20T06:43:27.801" v="62" actId="1076"/>
          <ac:picMkLst>
            <pc:docMk/>
            <pc:sldMk cId="4091737506" sldId="257"/>
            <ac:picMk id="7" creationId="{1C4DED5A-38DF-13C9-FC38-2F6F80662C51}"/>
          </ac:picMkLst>
        </pc:picChg>
        <pc:picChg chg="mod">
          <ac:chgData name="Jesper Rindom Jensen" userId="a310f5d1-ee7a-4c45-b82c-78f0432bf078" providerId="ADAL" clId="{2B4F94AE-067D-4DFC-831A-CEF21D6C1CEC}" dt="2024-09-20T06:45:09.242" v="69" actId="1076"/>
          <ac:picMkLst>
            <pc:docMk/>
            <pc:sldMk cId="4091737506" sldId="257"/>
            <ac:picMk id="9" creationId="{86512314-DAA5-8AF3-2E8D-32E67C629A83}"/>
          </ac:picMkLst>
        </pc:picChg>
        <pc:picChg chg="mod">
          <ac:chgData name="Jesper Rindom Jensen" userId="a310f5d1-ee7a-4c45-b82c-78f0432bf078" providerId="ADAL" clId="{2B4F94AE-067D-4DFC-831A-CEF21D6C1CEC}" dt="2024-09-20T06:46:04.398" v="76" actId="1076"/>
          <ac:picMkLst>
            <pc:docMk/>
            <pc:sldMk cId="4091737506" sldId="257"/>
            <ac:picMk id="11" creationId="{4A1D435D-297C-9853-A554-5AE1F27559D1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055144459" sldId="258"/>
        </pc:sldMkLst>
      </pc:sldChg>
      <pc:sldChg chg="modSp new mod">
        <pc:chgData name="Jesper Rindom Jensen" userId="a310f5d1-ee7a-4c45-b82c-78f0432bf078" providerId="ADAL" clId="{2B4F94AE-067D-4DFC-831A-CEF21D6C1CEC}" dt="2024-09-20T06:47:07.681" v="104" actId="6549"/>
        <pc:sldMkLst>
          <pc:docMk/>
          <pc:sldMk cId="3685476378" sldId="258"/>
        </pc:sldMkLst>
        <pc:spChg chg="mod">
          <ac:chgData name="Jesper Rindom Jensen" userId="a310f5d1-ee7a-4c45-b82c-78f0432bf078" providerId="ADAL" clId="{2B4F94AE-067D-4DFC-831A-CEF21D6C1CEC}" dt="2024-09-20T06:46:42.409" v="91"/>
          <ac:spMkLst>
            <pc:docMk/>
            <pc:sldMk cId="3685476378" sldId="258"/>
            <ac:spMk id="2" creationId="{AD2E3FE9-DE60-B4FB-BD9B-A863856FB82E}"/>
          </ac:spMkLst>
        </pc:spChg>
        <pc:spChg chg="mod">
          <ac:chgData name="Jesper Rindom Jensen" userId="a310f5d1-ee7a-4c45-b82c-78f0432bf078" providerId="ADAL" clId="{2B4F94AE-067D-4DFC-831A-CEF21D6C1CEC}" dt="2024-09-20T06:47:07.681" v="104" actId="6549"/>
          <ac:spMkLst>
            <pc:docMk/>
            <pc:sldMk cId="3685476378" sldId="258"/>
            <ac:spMk id="3" creationId="{6966AD1C-CB8E-9D39-00AA-1E37BB47048A}"/>
          </ac:spMkLst>
        </pc:spChg>
      </pc:sldChg>
      <pc:sldChg chg="addSp modSp new mod">
        <pc:chgData name="Jesper Rindom Jensen" userId="a310f5d1-ee7a-4c45-b82c-78f0432bf078" providerId="ADAL" clId="{2B4F94AE-067D-4DFC-831A-CEF21D6C1CEC}" dt="2024-09-20T06:47:59.606" v="116" actId="14100"/>
        <pc:sldMkLst>
          <pc:docMk/>
          <pc:sldMk cId="124090207" sldId="259"/>
        </pc:sldMkLst>
        <pc:spChg chg="mod">
          <ac:chgData name="Jesper Rindom Jensen" userId="a310f5d1-ee7a-4c45-b82c-78f0432bf078" providerId="ADAL" clId="{2B4F94AE-067D-4DFC-831A-CEF21D6C1CEC}" dt="2024-09-20T06:47:23.084" v="106"/>
          <ac:spMkLst>
            <pc:docMk/>
            <pc:sldMk cId="124090207" sldId="259"/>
            <ac:spMk id="2" creationId="{6FBFE50A-A311-6CFB-49FA-E6A56C6AC27A}"/>
          </ac:spMkLst>
        </pc:spChg>
        <pc:spChg chg="mod">
          <ac:chgData name="Jesper Rindom Jensen" userId="a310f5d1-ee7a-4c45-b82c-78f0432bf078" providerId="ADAL" clId="{2B4F94AE-067D-4DFC-831A-CEF21D6C1CEC}" dt="2024-09-20T06:47:27.022" v="107"/>
          <ac:spMkLst>
            <pc:docMk/>
            <pc:sldMk cId="124090207" sldId="259"/>
            <ac:spMk id="3" creationId="{397E44E4-1B07-DAA4-BCC4-DF3D7096AF55}"/>
          </ac:spMkLst>
        </pc:spChg>
        <pc:picChg chg="add mod">
          <ac:chgData name="Jesper Rindom Jensen" userId="a310f5d1-ee7a-4c45-b82c-78f0432bf078" providerId="ADAL" clId="{2B4F94AE-067D-4DFC-831A-CEF21D6C1CEC}" dt="2024-09-20T06:47:59.606" v="116" actId="14100"/>
          <ac:picMkLst>
            <pc:docMk/>
            <pc:sldMk cId="124090207" sldId="259"/>
            <ac:picMk id="5" creationId="{D3501E6A-791A-1B7A-F28E-5592D8FE09E5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1468135766" sldId="25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91093375" sldId="260"/>
        </pc:sldMkLst>
      </pc:sldChg>
      <pc:sldChg chg="addSp delSp modSp new mod">
        <pc:chgData name="Jesper Rindom Jensen" userId="a310f5d1-ee7a-4c45-b82c-78f0432bf078" providerId="ADAL" clId="{2B4F94AE-067D-4DFC-831A-CEF21D6C1CEC}" dt="2024-09-20T08:14:18.277" v="209" actId="1076"/>
        <pc:sldMkLst>
          <pc:docMk/>
          <pc:sldMk cId="2441425288" sldId="260"/>
        </pc:sldMkLst>
        <pc:spChg chg="mod">
          <ac:chgData name="Jesper Rindom Jensen" userId="a310f5d1-ee7a-4c45-b82c-78f0432bf078" providerId="ADAL" clId="{2B4F94AE-067D-4DFC-831A-CEF21D6C1CEC}" dt="2024-09-20T06:48:14.966" v="119"/>
          <ac:spMkLst>
            <pc:docMk/>
            <pc:sldMk cId="2441425288" sldId="260"/>
            <ac:spMk id="2" creationId="{C1A9206A-D2BF-169B-C56C-BF065CC8390D}"/>
          </ac:spMkLst>
        </pc:spChg>
        <pc:spChg chg="mod">
          <ac:chgData name="Jesper Rindom Jensen" userId="a310f5d1-ee7a-4c45-b82c-78f0432bf078" providerId="ADAL" clId="{2B4F94AE-067D-4DFC-831A-CEF21D6C1CEC}" dt="2024-09-20T06:48:42.108" v="135" actId="20577"/>
          <ac:spMkLst>
            <pc:docMk/>
            <pc:sldMk cId="2441425288" sldId="260"/>
            <ac:spMk id="3" creationId="{FC8E1CBA-A45D-C466-6D0C-8D863791940E}"/>
          </ac:spMkLst>
        </pc:spChg>
        <pc:spChg chg="add mod">
          <ac:chgData name="Jesper Rindom Jensen" userId="a310f5d1-ee7a-4c45-b82c-78f0432bf078" providerId="ADAL" clId="{2B4F94AE-067D-4DFC-831A-CEF21D6C1CEC}" dt="2024-09-20T08:13:55.120" v="206" actId="1076"/>
          <ac:spMkLst>
            <pc:docMk/>
            <pc:sldMk cId="2441425288" sldId="260"/>
            <ac:spMk id="14" creationId="{68FA6C25-A85F-ECEF-7277-7DC10BD06961}"/>
          </ac:spMkLst>
        </pc:spChg>
        <pc:picChg chg="mod">
          <ac:chgData name="Jesper Rindom Jensen" userId="a310f5d1-ee7a-4c45-b82c-78f0432bf078" providerId="ADAL" clId="{2B4F94AE-067D-4DFC-831A-CEF21D6C1CEC}" dt="2024-09-20T08:09:34.817" v="142" actId="1076"/>
          <ac:picMkLst>
            <pc:docMk/>
            <pc:sldMk cId="2441425288" sldId="260"/>
            <ac:picMk id="5" creationId="{410D33A5-2FE3-5623-0486-49FAAB9E92BB}"/>
          </ac:picMkLst>
        </pc:picChg>
        <pc:picChg chg="del mod">
          <ac:chgData name="Jesper Rindom Jensen" userId="a310f5d1-ee7a-4c45-b82c-78f0432bf078" providerId="ADAL" clId="{2B4F94AE-067D-4DFC-831A-CEF21D6C1CEC}" dt="2024-09-20T08:12:29.371" v="157" actId="478"/>
          <ac:picMkLst>
            <pc:docMk/>
            <pc:sldMk cId="2441425288" sldId="260"/>
            <ac:picMk id="7" creationId="{5C114E27-032C-92B0-E215-0B50C5E10BB7}"/>
          </ac:picMkLst>
        </pc:picChg>
        <pc:picChg chg="mod">
          <ac:chgData name="Jesper Rindom Jensen" userId="a310f5d1-ee7a-4c45-b82c-78f0432bf078" providerId="ADAL" clId="{2B4F94AE-067D-4DFC-831A-CEF21D6C1CEC}" dt="2024-09-20T08:12:35.985" v="158" actId="1076"/>
          <ac:picMkLst>
            <pc:docMk/>
            <pc:sldMk cId="2441425288" sldId="260"/>
            <ac:picMk id="9" creationId="{9DD7E7D3-A28E-7D7D-EB19-68FD7761C7D3}"/>
          </ac:picMkLst>
        </pc:picChg>
        <pc:picChg chg="del mod">
          <ac:chgData name="Jesper Rindom Jensen" userId="a310f5d1-ee7a-4c45-b82c-78f0432bf078" providerId="ADAL" clId="{2B4F94AE-067D-4DFC-831A-CEF21D6C1CEC}" dt="2024-09-20T08:13:19.714" v="166" actId="478"/>
          <ac:picMkLst>
            <pc:docMk/>
            <pc:sldMk cId="2441425288" sldId="260"/>
            <ac:picMk id="11" creationId="{AC7BE45A-C25B-B29B-1375-85C36F630251}"/>
          </ac:picMkLst>
        </pc:picChg>
        <pc:picChg chg="mod">
          <ac:chgData name="Jesper Rindom Jensen" userId="a310f5d1-ee7a-4c45-b82c-78f0432bf078" providerId="ADAL" clId="{2B4F94AE-067D-4DFC-831A-CEF21D6C1CEC}" dt="2024-09-20T08:13:33.717" v="173" actId="1076"/>
          <ac:picMkLst>
            <pc:docMk/>
            <pc:sldMk cId="2441425288" sldId="260"/>
            <ac:picMk id="13" creationId="{2985D288-A66A-FD78-E705-C32CB30EEDBE}"/>
          </ac:picMkLst>
        </pc:picChg>
        <pc:picChg chg="add mod">
          <ac:chgData name="Jesper Rindom Jensen" userId="a310f5d1-ee7a-4c45-b82c-78f0432bf078" providerId="ADAL" clId="{2B4F94AE-067D-4DFC-831A-CEF21D6C1CEC}" dt="2024-09-20T08:14:18.277" v="209" actId="1076"/>
          <ac:picMkLst>
            <pc:docMk/>
            <pc:sldMk cId="2441425288" sldId="260"/>
            <ac:picMk id="16" creationId="{ED946D6D-76C1-B03E-0093-ECD1BDD1302A}"/>
          </ac:picMkLst>
        </pc:picChg>
      </pc:sldChg>
      <pc:sldChg chg="delSp modSp new mod">
        <pc:chgData name="Jesper Rindom Jensen" userId="a310f5d1-ee7a-4c45-b82c-78f0432bf078" providerId="ADAL" clId="{2B4F94AE-067D-4DFC-831A-CEF21D6C1CEC}" dt="2024-09-23T05:53:49.279" v="490" actId="478"/>
        <pc:sldMkLst>
          <pc:docMk/>
          <pc:sldMk cId="58054289" sldId="261"/>
        </pc:sldMkLst>
        <pc:spChg chg="mod">
          <ac:chgData name="Jesper Rindom Jensen" userId="a310f5d1-ee7a-4c45-b82c-78f0432bf078" providerId="ADAL" clId="{2B4F94AE-067D-4DFC-831A-CEF21D6C1CEC}" dt="2024-09-20T08:14:33.557" v="211"/>
          <ac:spMkLst>
            <pc:docMk/>
            <pc:sldMk cId="58054289" sldId="261"/>
            <ac:spMk id="2" creationId="{05FB86FA-5101-837E-EFA8-6D90F9239F88}"/>
          </ac:spMkLst>
        </pc:spChg>
        <pc:spChg chg="mod">
          <ac:chgData name="Jesper Rindom Jensen" userId="a310f5d1-ee7a-4c45-b82c-78f0432bf078" providerId="ADAL" clId="{2B4F94AE-067D-4DFC-831A-CEF21D6C1CEC}" dt="2024-09-20T12:31:31.300" v="261"/>
          <ac:spMkLst>
            <pc:docMk/>
            <pc:sldMk cId="58054289" sldId="261"/>
            <ac:spMk id="3" creationId="{41722039-B018-1A0D-032B-7A0AB7EB9C64}"/>
          </ac:spMkLst>
        </pc:spChg>
        <pc:picChg chg="mod">
          <ac:chgData name="Jesper Rindom Jensen" userId="a310f5d1-ee7a-4c45-b82c-78f0432bf078" providerId="ADAL" clId="{2B4F94AE-067D-4DFC-831A-CEF21D6C1CEC}" dt="2024-09-20T12:26:09.804" v="227" actId="1076"/>
          <ac:picMkLst>
            <pc:docMk/>
            <pc:sldMk cId="58054289" sldId="261"/>
            <ac:picMk id="5" creationId="{D0D91DD4-3E58-6743-6B32-BE04D327D111}"/>
          </ac:picMkLst>
        </pc:picChg>
        <pc:picChg chg="mod ord">
          <ac:chgData name="Jesper Rindom Jensen" userId="a310f5d1-ee7a-4c45-b82c-78f0432bf078" providerId="ADAL" clId="{2B4F94AE-067D-4DFC-831A-CEF21D6C1CEC}" dt="2024-09-23T05:53:49.278" v="489" actId="108"/>
          <ac:picMkLst>
            <pc:docMk/>
            <pc:sldMk cId="58054289" sldId="261"/>
            <ac:picMk id="6" creationId="{1E5CC86F-83B9-63B0-AFC8-DC03361F558E}"/>
          </ac:picMkLst>
        </pc:picChg>
        <pc:picChg chg="mod">
          <ac:chgData name="Jesper Rindom Jensen" userId="a310f5d1-ee7a-4c45-b82c-78f0432bf078" providerId="ADAL" clId="{2B4F94AE-067D-4DFC-831A-CEF21D6C1CEC}" dt="2024-09-20T12:27:24.328" v="234" actId="1076"/>
          <ac:picMkLst>
            <pc:docMk/>
            <pc:sldMk cId="58054289" sldId="261"/>
            <ac:picMk id="7" creationId="{EA4DE20E-0589-4DE6-A0D5-620FB31E91F6}"/>
          </ac:picMkLst>
        </pc:picChg>
        <pc:picChg chg="del mod">
          <ac:chgData name="Jesper Rindom Jensen" userId="a310f5d1-ee7a-4c45-b82c-78f0432bf078" providerId="ADAL" clId="{2B4F94AE-067D-4DFC-831A-CEF21D6C1CEC}" dt="2024-09-23T05:53:49.279" v="490" actId="478"/>
          <ac:picMkLst>
            <pc:docMk/>
            <pc:sldMk cId="58054289" sldId="261"/>
            <ac:picMk id="9" creationId="{D6C7C279-C83E-E976-97D5-2DEC7F348884}"/>
          </ac:picMkLst>
        </pc:picChg>
        <pc:picChg chg="mod">
          <ac:chgData name="Jesper Rindom Jensen" userId="a310f5d1-ee7a-4c45-b82c-78f0432bf078" providerId="ADAL" clId="{2B4F94AE-067D-4DFC-831A-CEF21D6C1CEC}" dt="2024-09-20T12:31:16.762" v="249" actId="1076"/>
          <ac:picMkLst>
            <pc:docMk/>
            <pc:sldMk cId="58054289" sldId="261"/>
            <ac:picMk id="11" creationId="{12363D72-17A8-D751-49E3-93B9ADC9B77C}"/>
          </ac:picMkLst>
        </pc:picChg>
        <pc:picChg chg="mod">
          <ac:chgData name="Jesper Rindom Jensen" userId="a310f5d1-ee7a-4c45-b82c-78f0432bf078" providerId="ADAL" clId="{2B4F94AE-067D-4DFC-831A-CEF21D6C1CEC}" dt="2024-09-20T12:32:59.306" v="268" actId="1076"/>
          <ac:picMkLst>
            <pc:docMk/>
            <pc:sldMk cId="58054289" sldId="261"/>
            <ac:picMk id="13" creationId="{0547ABC9-71C7-0972-5808-0E7AD1D56D6D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729592792" sldId="261"/>
        </pc:sldMkLst>
      </pc:sldChg>
      <pc:sldChg chg="addSp modSp new mod">
        <pc:chgData name="Jesper Rindom Jensen" userId="a310f5d1-ee7a-4c45-b82c-78f0432bf078" providerId="ADAL" clId="{2B4F94AE-067D-4DFC-831A-CEF21D6C1CEC}" dt="2024-09-20T12:34:05.566" v="294" actId="1076"/>
        <pc:sldMkLst>
          <pc:docMk/>
          <pc:sldMk cId="820422142" sldId="262"/>
        </pc:sldMkLst>
        <pc:spChg chg="mod ord">
          <ac:chgData name="Jesper Rindom Jensen" userId="a310f5d1-ee7a-4c45-b82c-78f0432bf078" providerId="ADAL" clId="{2B4F94AE-067D-4DFC-831A-CEF21D6C1CEC}" dt="2024-09-20T12:34:00.048" v="293" actId="166"/>
          <ac:spMkLst>
            <pc:docMk/>
            <pc:sldMk cId="820422142" sldId="262"/>
            <ac:spMk id="2" creationId="{A4A293A4-AC3C-42F6-6070-FFFA8CCD0141}"/>
          </ac:spMkLst>
        </pc:spChg>
        <pc:spChg chg="mod">
          <ac:chgData name="Jesper Rindom Jensen" userId="a310f5d1-ee7a-4c45-b82c-78f0432bf078" providerId="ADAL" clId="{2B4F94AE-067D-4DFC-831A-CEF21D6C1CEC}" dt="2024-09-20T12:33:26.416" v="285" actId="113"/>
          <ac:spMkLst>
            <pc:docMk/>
            <pc:sldMk cId="820422142" sldId="262"/>
            <ac:spMk id="3" creationId="{1CE26818-0C62-1B4B-3A54-3F4BAE65DBF6}"/>
          </ac:spMkLst>
        </pc:spChg>
        <pc:picChg chg="add mod">
          <ac:chgData name="Jesper Rindom Jensen" userId="a310f5d1-ee7a-4c45-b82c-78f0432bf078" providerId="ADAL" clId="{2B4F94AE-067D-4DFC-831A-CEF21D6C1CEC}" dt="2024-09-20T12:34:05.566" v="294" actId="1076"/>
          <ac:picMkLst>
            <pc:docMk/>
            <pc:sldMk cId="820422142" sldId="262"/>
            <ac:picMk id="5" creationId="{92896F2E-0045-457D-E552-71E229E9B83D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024352163" sldId="26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429555909" sldId="263"/>
        </pc:sldMkLst>
      </pc:sldChg>
      <pc:sldChg chg="addSp delSp modSp new mod">
        <pc:chgData name="Jesper Rindom Jensen" userId="a310f5d1-ee7a-4c45-b82c-78f0432bf078" providerId="ADAL" clId="{2B4F94AE-067D-4DFC-831A-CEF21D6C1CEC}" dt="2024-09-20T12:36:33.997" v="366" actId="207"/>
        <pc:sldMkLst>
          <pc:docMk/>
          <pc:sldMk cId="2666294861" sldId="263"/>
        </pc:sldMkLst>
        <pc:spChg chg="mod ord">
          <ac:chgData name="Jesper Rindom Jensen" userId="a310f5d1-ee7a-4c45-b82c-78f0432bf078" providerId="ADAL" clId="{2B4F94AE-067D-4DFC-831A-CEF21D6C1CEC}" dt="2024-09-20T12:34:32.308" v="298"/>
          <ac:spMkLst>
            <pc:docMk/>
            <pc:sldMk cId="2666294861" sldId="263"/>
            <ac:spMk id="2" creationId="{50A1280B-4EF8-5131-5666-BCA76F26E854}"/>
          </ac:spMkLst>
        </pc:spChg>
        <pc:spChg chg="mod">
          <ac:chgData name="Jesper Rindom Jensen" userId="a310f5d1-ee7a-4c45-b82c-78f0432bf078" providerId="ADAL" clId="{2B4F94AE-067D-4DFC-831A-CEF21D6C1CEC}" dt="2024-09-20T12:34:43.661" v="305"/>
          <ac:spMkLst>
            <pc:docMk/>
            <pc:sldMk cId="2666294861" sldId="263"/>
            <ac:spMk id="3" creationId="{9D0B7FC3-03C5-970B-CBF3-6E9AF8115528}"/>
          </ac:spMkLst>
        </pc:spChg>
        <pc:spChg chg="add mod">
          <ac:chgData name="Jesper Rindom Jensen" userId="a310f5d1-ee7a-4c45-b82c-78f0432bf078" providerId="ADAL" clId="{2B4F94AE-067D-4DFC-831A-CEF21D6C1CEC}" dt="2024-09-20T12:36:33.997" v="366" actId="207"/>
          <ac:spMkLst>
            <pc:docMk/>
            <pc:sldMk cId="2666294861" sldId="263"/>
            <ac:spMk id="9" creationId="{6937A2FB-2C98-2FB3-95B6-B3547520AB23}"/>
          </ac:spMkLst>
        </pc:spChg>
        <pc:picChg chg="add mod">
          <ac:chgData name="Jesper Rindom Jensen" userId="a310f5d1-ee7a-4c45-b82c-78f0432bf078" providerId="ADAL" clId="{2B4F94AE-067D-4DFC-831A-CEF21D6C1CEC}" dt="2024-09-20T12:34:22.537" v="296"/>
          <ac:picMkLst>
            <pc:docMk/>
            <pc:sldMk cId="2666294861" sldId="263"/>
            <ac:picMk id="4" creationId="{8CE1EC7B-3D77-F9EA-D648-88070EB24F2E}"/>
          </ac:picMkLst>
        </pc:picChg>
        <pc:picChg chg="del mod">
          <ac:chgData name="Jesper Rindom Jensen" userId="a310f5d1-ee7a-4c45-b82c-78f0432bf078" providerId="ADAL" clId="{2B4F94AE-067D-4DFC-831A-CEF21D6C1CEC}" dt="2024-09-20T12:35:41.395" v="313" actId="478"/>
          <ac:picMkLst>
            <pc:docMk/>
            <pc:sldMk cId="2666294861" sldId="263"/>
            <ac:picMk id="6" creationId="{4850FB89-2780-6A9D-AA8F-C6CECE885852}"/>
          </ac:picMkLst>
        </pc:picChg>
        <pc:picChg chg="mod">
          <ac:chgData name="Jesper Rindom Jensen" userId="a310f5d1-ee7a-4c45-b82c-78f0432bf078" providerId="ADAL" clId="{2B4F94AE-067D-4DFC-831A-CEF21D6C1CEC}" dt="2024-09-20T12:35:49.949" v="320" actId="1076"/>
          <ac:picMkLst>
            <pc:docMk/>
            <pc:sldMk cId="2666294861" sldId="263"/>
            <ac:picMk id="8" creationId="{BF51109C-09F3-14A0-F203-8634B6E06B5D}"/>
          </ac:picMkLst>
        </pc:picChg>
      </pc:sldChg>
      <pc:sldChg chg="modSp new mod">
        <pc:chgData name="Jesper Rindom Jensen" userId="a310f5d1-ee7a-4c45-b82c-78f0432bf078" providerId="ADAL" clId="{2B4F94AE-067D-4DFC-831A-CEF21D6C1CEC}" dt="2024-09-20T12:37:59.388" v="390" actId="113"/>
        <pc:sldMkLst>
          <pc:docMk/>
          <pc:sldMk cId="1233833712" sldId="264"/>
        </pc:sldMkLst>
        <pc:spChg chg="mod">
          <ac:chgData name="Jesper Rindom Jensen" userId="a310f5d1-ee7a-4c45-b82c-78f0432bf078" providerId="ADAL" clId="{2B4F94AE-067D-4DFC-831A-CEF21D6C1CEC}" dt="2024-09-20T12:36:42.899" v="368"/>
          <ac:spMkLst>
            <pc:docMk/>
            <pc:sldMk cId="1233833712" sldId="264"/>
            <ac:spMk id="2" creationId="{DD13BD58-2797-A5B3-8891-8F0B5897E631}"/>
          </ac:spMkLst>
        </pc:spChg>
        <pc:spChg chg="mod">
          <ac:chgData name="Jesper Rindom Jensen" userId="a310f5d1-ee7a-4c45-b82c-78f0432bf078" providerId="ADAL" clId="{2B4F94AE-067D-4DFC-831A-CEF21D6C1CEC}" dt="2024-09-20T12:37:59.388" v="390" actId="113"/>
          <ac:spMkLst>
            <pc:docMk/>
            <pc:sldMk cId="1233833712" sldId="264"/>
            <ac:spMk id="3" creationId="{602FA765-DE7F-69B8-59A0-9A8B1DFA1AAE}"/>
          </ac:spMkLst>
        </pc:sp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031437660" sldId="264"/>
        </pc:sldMkLst>
      </pc:sldChg>
      <pc:sldChg chg="modSp new mod">
        <pc:chgData name="Jesper Rindom Jensen" userId="a310f5d1-ee7a-4c45-b82c-78f0432bf078" providerId="ADAL" clId="{2B4F94AE-067D-4DFC-831A-CEF21D6C1CEC}" dt="2024-09-20T12:38:48.124" v="407" actId="27636"/>
        <pc:sldMkLst>
          <pc:docMk/>
          <pc:sldMk cId="765242286" sldId="265"/>
        </pc:sldMkLst>
        <pc:spChg chg="mod">
          <ac:chgData name="Jesper Rindom Jensen" userId="a310f5d1-ee7a-4c45-b82c-78f0432bf078" providerId="ADAL" clId="{2B4F94AE-067D-4DFC-831A-CEF21D6C1CEC}" dt="2024-09-20T12:38:07.657" v="392"/>
          <ac:spMkLst>
            <pc:docMk/>
            <pc:sldMk cId="765242286" sldId="265"/>
            <ac:spMk id="2" creationId="{2A530CC4-9A76-6357-5031-70C923BECF20}"/>
          </ac:spMkLst>
        </pc:spChg>
        <pc:spChg chg="mod">
          <ac:chgData name="Jesper Rindom Jensen" userId="a310f5d1-ee7a-4c45-b82c-78f0432bf078" providerId="ADAL" clId="{2B4F94AE-067D-4DFC-831A-CEF21D6C1CEC}" dt="2024-09-20T12:38:48.124" v="407" actId="27636"/>
          <ac:spMkLst>
            <pc:docMk/>
            <pc:sldMk cId="765242286" sldId="265"/>
            <ac:spMk id="3" creationId="{86FDA6C4-8E75-481E-5E4D-A720E49CE927}"/>
          </ac:spMkLst>
        </pc:sp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183609975" sldId="265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556464274" sldId="266"/>
        </pc:sldMkLst>
      </pc:sldChg>
      <pc:sldChg chg="addSp modSp new mod">
        <pc:chgData name="Jesper Rindom Jensen" userId="a310f5d1-ee7a-4c45-b82c-78f0432bf078" providerId="ADAL" clId="{2B4F94AE-067D-4DFC-831A-CEF21D6C1CEC}" dt="2024-09-20T12:40:50.205" v="443" actId="1076"/>
        <pc:sldMkLst>
          <pc:docMk/>
          <pc:sldMk cId="1411111069" sldId="266"/>
        </pc:sldMkLst>
        <pc:spChg chg="mod">
          <ac:chgData name="Jesper Rindom Jensen" userId="a310f5d1-ee7a-4c45-b82c-78f0432bf078" providerId="ADAL" clId="{2B4F94AE-067D-4DFC-831A-CEF21D6C1CEC}" dt="2024-09-20T12:39:19.447" v="413"/>
          <ac:spMkLst>
            <pc:docMk/>
            <pc:sldMk cId="1411111069" sldId="266"/>
            <ac:spMk id="2" creationId="{73A6B8BB-90F6-BD3A-1923-FC7060118A9C}"/>
          </ac:spMkLst>
        </pc:spChg>
        <pc:spChg chg="mod">
          <ac:chgData name="Jesper Rindom Jensen" userId="a310f5d1-ee7a-4c45-b82c-78f0432bf078" providerId="ADAL" clId="{2B4F94AE-067D-4DFC-831A-CEF21D6C1CEC}" dt="2024-09-20T12:40:27.117" v="437" actId="27636"/>
          <ac:spMkLst>
            <pc:docMk/>
            <pc:sldMk cId="1411111069" sldId="266"/>
            <ac:spMk id="3" creationId="{BAE0EEA9-0FBD-ED8A-413A-71023753F9A6}"/>
          </ac:spMkLst>
        </pc:spChg>
        <pc:picChg chg="add mod">
          <ac:chgData name="Jesper Rindom Jensen" userId="a310f5d1-ee7a-4c45-b82c-78f0432bf078" providerId="ADAL" clId="{2B4F94AE-067D-4DFC-831A-CEF21D6C1CEC}" dt="2024-09-20T12:40:50.205" v="443" actId="1076"/>
          <ac:picMkLst>
            <pc:docMk/>
            <pc:sldMk cId="1411111069" sldId="266"/>
            <ac:picMk id="5" creationId="{1012F85F-D586-6338-A009-1D6B6A83A27E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1922767698" sldId="267"/>
        </pc:sldMkLst>
      </pc:sldChg>
      <pc:sldChg chg="addSp modSp new mod">
        <pc:chgData name="Jesper Rindom Jensen" userId="a310f5d1-ee7a-4c45-b82c-78f0432bf078" providerId="ADAL" clId="{2B4F94AE-067D-4DFC-831A-CEF21D6C1CEC}" dt="2024-09-20T12:41:44.741" v="451"/>
        <pc:sldMkLst>
          <pc:docMk/>
          <pc:sldMk cId="3501210359" sldId="267"/>
        </pc:sldMkLst>
        <pc:spChg chg="mod">
          <ac:chgData name="Jesper Rindom Jensen" userId="a310f5d1-ee7a-4c45-b82c-78f0432bf078" providerId="ADAL" clId="{2B4F94AE-067D-4DFC-831A-CEF21D6C1CEC}" dt="2024-09-20T12:41:44.741" v="451"/>
          <ac:spMkLst>
            <pc:docMk/>
            <pc:sldMk cId="3501210359" sldId="267"/>
            <ac:spMk id="2" creationId="{3FD3F808-78BB-0988-A8AF-ABA8BEA98D9E}"/>
          </ac:spMkLst>
        </pc:spChg>
        <pc:spChg chg="mod">
          <ac:chgData name="Jesper Rindom Jensen" userId="a310f5d1-ee7a-4c45-b82c-78f0432bf078" providerId="ADAL" clId="{2B4F94AE-067D-4DFC-831A-CEF21D6C1CEC}" dt="2024-09-20T12:41:10.039" v="446"/>
          <ac:spMkLst>
            <pc:docMk/>
            <pc:sldMk cId="3501210359" sldId="267"/>
            <ac:spMk id="3" creationId="{51DD2513-709D-929D-4FA8-5F26BE320628}"/>
          </ac:spMkLst>
        </pc:spChg>
        <pc:picChg chg="add mod">
          <ac:chgData name="Jesper Rindom Jensen" userId="a310f5d1-ee7a-4c45-b82c-78f0432bf078" providerId="ADAL" clId="{2B4F94AE-067D-4DFC-831A-CEF21D6C1CEC}" dt="2024-09-20T12:41:39.073" v="450" actId="1076"/>
          <ac:picMkLst>
            <pc:docMk/>
            <pc:sldMk cId="3501210359" sldId="267"/>
            <ac:picMk id="5" creationId="{A98240B3-3CF7-D72B-8D1D-95A43D013C53}"/>
          </ac:picMkLst>
        </pc:picChg>
      </pc:sldChg>
      <pc:sldChg chg="addSp modSp new mod">
        <pc:chgData name="Jesper Rindom Jensen" userId="a310f5d1-ee7a-4c45-b82c-78f0432bf078" providerId="ADAL" clId="{2B4F94AE-067D-4DFC-831A-CEF21D6C1CEC}" dt="2024-09-20T12:42:35.921" v="463" actId="14100"/>
        <pc:sldMkLst>
          <pc:docMk/>
          <pc:sldMk cId="66344487" sldId="268"/>
        </pc:sldMkLst>
        <pc:spChg chg="mod">
          <ac:chgData name="Jesper Rindom Jensen" userId="a310f5d1-ee7a-4c45-b82c-78f0432bf078" providerId="ADAL" clId="{2B4F94AE-067D-4DFC-831A-CEF21D6C1CEC}" dt="2024-09-20T12:41:59.985" v="456"/>
          <ac:spMkLst>
            <pc:docMk/>
            <pc:sldMk cId="66344487" sldId="268"/>
            <ac:spMk id="2" creationId="{9389CC4F-6A5A-86C7-D8DA-98DF151F07D6}"/>
          </ac:spMkLst>
        </pc:spChg>
        <pc:spChg chg="mod">
          <ac:chgData name="Jesper Rindom Jensen" userId="a310f5d1-ee7a-4c45-b82c-78f0432bf078" providerId="ADAL" clId="{2B4F94AE-067D-4DFC-831A-CEF21D6C1CEC}" dt="2024-09-20T12:41:55.979" v="455"/>
          <ac:spMkLst>
            <pc:docMk/>
            <pc:sldMk cId="66344487" sldId="268"/>
            <ac:spMk id="3" creationId="{1583527D-F8BE-6756-49FF-05BDF3C0544B}"/>
          </ac:spMkLst>
        </pc:spChg>
        <pc:picChg chg="add mod">
          <ac:chgData name="Jesper Rindom Jensen" userId="a310f5d1-ee7a-4c45-b82c-78f0432bf078" providerId="ADAL" clId="{2B4F94AE-067D-4DFC-831A-CEF21D6C1CEC}" dt="2024-09-20T12:42:35.921" v="463" actId="14100"/>
          <ac:picMkLst>
            <pc:docMk/>
            <pc:sldMk cId="66344487" sldId="268"/>
            <ac:picMk id="5" creationId="{6F4811D4-4F81-2AB0-608D-58A5B18A6ADF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90886599" sldId="268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549092384" sldId="26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800105383" sldId="270"/>
        </pc:sldMkLst>
      </pc:sldChg>
      <pc:sldChg chg="delSp modSp mod">
        <pc:chgData name="Jesper Rindom Jensen" userId="a310f5d1-ee7a-4c45-b82c-78f0432bf078" providerId="ADAL" clId="{2B4F94AE-067D-4DFC-831A-CEF21D6C1CEC}" dt="2024-09-23T05:53:11.639" v="476" actId="478"/>
        <pc:sldMkLst>
          <pc:docMk/>
          <pc:sldMk cId="1564674061" sldId="271"/>
        </pc:sldMkLst>
        <pc:picChg chg="mod ord">
          <ac:chgData name="Jesper Rindom Jensen" userId="a310f5d1-ee7a-4c45-b82c-78f0432bf078" providerId="ADAL" clId="{2B4F94AE-067D-4DFC-831A-CEF21D6C1CEC}" dt="2024-09-23T05:53:11.638" v="475" actId="108"/>
          <ac:picMkLst>
            <pc:docMk/>
            <pc:sldMk cId="1564674061" sldId="271"/>
            <ac:picMk id="6" creationId="{9902F753-2438-D025-F549-1F9D6DA8A23D}"/>
          </ac:picMkLst>
        </pc:picChg>
        <pc:picChg chg="del mod">
          <ac:chgData name="Jesper Rindom Jensen" userId="a310f5d1-ee7a-4c45-b82c-78f0432bf078" providerId="ADAL" clId="{2B4F94AE-067D-4DFC-831A-CEF21D6C1CEC}" dt="2024-09-23T05:53:11.639" v="476" actId="478"/>
          <ac:picMkLst>
            <pc:docMk/>
            <pc:sldMk cId="1564674061" sldId="271"/>
            <ac:picMk id="9" creationId="{E0E0D867-D8BE-9B42-A75C-33246943B6DD}"/>
          </ac:picMkLst>
        </pc:picChg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065157747" sldId="27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29437343" sldId="27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728222645" sldId="273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169106399" sldId="274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645520944" sldId="275"/>
        </pc:sldMkLst>
      </pc:sldChg>
      <pc:sldChg chg="modSp add mod">
        <pc:chgData name="Jesper Rindom Jensen" userId="a310f5d1-ee7a-4c45-b82c-78f0432bf078" providerId="ADAL" clId="{2B4F94AE-067D-4DFC-831A-CEF21D6C1CEC}" dt="2024-09-23T06:03:50.396" v="494" actId="20577"/>
        <pc:sldMkLst>
          <pc:docMk/>
          <pc:sldMk cId="2024352163" sldId="284"/>
        </pc:sldMkLst>
        <pc:spChg chg="mod">
          <ac:chgData name="Jesper Rindom Jensen" userId="a310f5d1-ee7a-4c45-b82c-78f0432bf078" providerId="ADAL" clId="{2B4F94AE-067D-4DFC-831A-CEF21D6C1CEC}" dt="2024-09-23T06:03:50.396" v="494" actId="20577"/>
          <ac:spMkLst>
            <pc:docMk/>
            <pc:sldMk cId="2024352163" sldId="284"/>
            <ac:spMk id="2" creationId="{936321BA-C2A4-A825-9D04-78D5A26EE6E0}"/>
          </ac:spMkLst>
        </pc:spChg>
      </pc:sldChg>
    </pc:docChg>
  </pc:docChgLst>
  <pc:docChgLst>
    <pc:chgData name="Jesper Rindom Jensen" userId="a310f5d1-ee7a-4c45-b82c-78f0432bf078" providerId="ADAL" clId="{51810A46-95D3-42CD-B18B-535E537C0D3C}"/>
    <pc:docChg chg="undo custSel addSld delSld modSld">
      <pc:chgData name="Jesper Rindom Jensen" userId="a310f5d1-ee7a-4c45-b82c-78f0432bf078" providerId="ADAL" clId="{51810A46-95D3-42CD-B18B-535E537C0D3C}" dt="2024-10-07T09:57:45.870" v="7191" actId="478"/>
      <pc:docMkLst>
        <pc:docMk/>
      </pc:docMkLst>
      <pc:sldChg chg="modSp mod">
        <pc:chgData name="Jesper Rindom Jensen" userId="a310f5d1-ee7a-4c45-b82c-78f0432bf078" providerId="ADAL" clId="{51810A46-95D3-42CD-B18B-535E537C0D3C}" dt="2024-10-03T10:53:49.635" v="0"/>
        <pc:sldMkLst>
          <pc:docMk/>
          <pc:sldMk cId="1976493628" sldId="256"/>
        </pc:sldMkLst>
        <pc:spChg chg="mod">
          <ac:chgData name="Jesper Rindom Jensen" userId="a310f5d1-ee7a-4c45-b82c-78f0432bf078" providerId="ADAL" clId="{51810A46-95D3-42CD-B18B-535E537C0D3C}" dt="2024-10-03T10:53:49.635" v="0"/>
          <ac:spMkLst>
            <pc:docMk/>
            <pc:sldMk cId="1976493628" sldId="256"/>
            <ac:spMk id="2" creationId="{8CE5FD2F-7BCB-5CB0-0241-99CDD302C83E}"/>
          </ac:spMkLst>
        </pc:spChg>
      </pc:sldChg>
      <pc:sldChg chg="addSp delSp modSp new mod modClrScheme chgLayout">
        <pc:chgData name="Jesper Rindom Jensen" userId="a310f5d1-ee7a-4c45-b82c-78f0432bf078" providerId="ADAL" clId="{51810A46-95D3-42CD-B18B-535E537C0D3C}" dt="2024-10-03T11:32:18.725" v="181" actId="1076"/>
        <pc:sldMkLst>
          <pc:docMk/>
          <pc:sldMk cId="1296693170" sldId="257"/>
        </pc:sldMkLst>
        <pc:spChg chg="mod ord">
          <ac:chgData name="Jesper Rindom Jensen" userId="a310f5d1-ee7a-4c45-b82c-78f0432bf078" providerId="ADAL" clId="{51810A46-95D3-42CD-B18B-535E537C0D3C}" dt="2024-10-03T11:31:56.050" v="175" actId="700"/>
          <ac:spMkLst>
            <pc:docMk/>
            <pc:sldMk cId="1296693170" sldId="257"/>
            <ac:spMk id="2" creationId="{E35BDEE6-B2FC-6E5F-C149-68DC71D1B1DF}"/>
          </ac:spMkLst>
        </pc:spChg>
        <pc:spChg chg="mod ord">
          <ac:chgData name="Jesper Rindom Jensen" userId="a310f5d1-ee7a-4c45-b82c-78f0432bf078" providerId="ADAL" clId="{51810A46-95D3-42CD-B18B-535E537C0D3C}" dt="2024-10-03T11:31:56.050" v="175" actId="700"/>
          <ac:spMkLst>
            <pc:docMk/>
            <pc:sldMk cId="1296693170" sldId="257"/>
            <ac:spMk id="3" creationId="{2144FE63-72A4-CDB8-7823-3455A04DF197}"/>
          </ac:spMkLst>
        </pc:spChg>
        <pc:spChg chg="add del mod ord">
          <ac:chgData name="Jesper Rindom Jensen" userId="a310f5d1-ee7a-4c45-b82c-78f0432bf078" providerId="ADAL" clId="{51810A46-95D3-42CD-B18B-535E537C0D3C}" dt="2024-10-03T11:32:00.260" v="176" actId="478"/>
          <ac:spMkLst>
            <pc:docMk/>
            <pc:sldMk cId="1296693170" sldId="257"/>
            <ac:spMk id="8" creationId="{3A0A257D-ACA5-FCAE-2A2B-2F222260F3F3}"/>
          </ac:spMkLst>
        </pc:spChg>
        <pc:picChg chg="add mod ord">
          <ac:chgData name="Jesper Rindom Jensen" userId="a310f5d1-ee7a-4c45-b82c-78f0432bf078" providerId="ADAL" clId="{51810A46-95D3-42CD-B18B-535E537C0D3C}" dt="2024-10-03T11:32:13.840" v="180" actId="166"/>
          <ac:picMkLst>
            <pc:docMk/>
            <pc:sldMk cId="1296693170" sldId="257"/>
            <ac:picMk id="5" creationId="{2F7B74FD-6997-ED9C-5B0A-F4F0DC695616}"/>
          </ac:picMkLst>
        </pc:picChg>
        <pc:picChg chg="add mod">
          <ac:chgData name="Jesper Rindom Jensen" userId="a310f5d1-ee7a-4c45-b82c-78f0432bf078" providerId="ADAL" clId="{51810A46-95D3-42CD-B18B-535E537C0D3C}" dt="2024-10-03T11:32:18.725" v="181" actId="1076"/>
          <ac:picMkLst>
            <pc:docMk/>
            <pc:sldMk cId="1296693170" sldId="257"/>
            <ac:picMk id="7" creationId="{C513E6DD-0A1D-6E48-352E-43F4DB5C9758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3434131178" sldId="257"/>
        </pc:sldMkLst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60723653" sldId="258"/>
        </pc:sldMkLst>
      </pc:sldChg>
      <pc:sldChg chg="addSp delSp modSp new mod modClrScheme chgLayout">
        <pc:chgData name="Jesper Rindom Jensen" userId="a310f5d1-ee7a-4c45-b82c-78f0432bf078" providerId="ADAL" clId="{51810A46-95D3-42CD-B18B-535E537C0D3C}" dt="2024-10-03T11:57:57.017" v="808" actId="20577"/>
        <pc:sldMkLst>
          <pc:docMk/>
          <pc:sldMk cId="3367319455" sldId="258"/>
        </pc:sldMkLst>
        <pc:spChg chg="del mod ord">
          <ac:chgData name="Jesper Rindom Jensen" userId="a310f5d1-ee7a-4c45-b82c-78f0432bf078" providerId="ADAL" clId="{51810A46-95D3-42CD-B18B-535E537C0D3C}" dt="2024-10-03T11:33:06.346" v="183" actId="700"/>
          <ac:spMkLst>
            <pc:docMk/>
            <pc:sldMk cId="3367319455" sldId="258"/>
            <ac:spMk id="2" creationId="{1266973B-7C0D-554C-9739-981D98C0E54A}"/>
          </ac:spMkLst>
        </pc:spChg>
        <pc:spChg chg="del mod ord">
          <ac:chgData name="Jesper Rindom Jensen" userId="a310f5d1-ee7a-4c45-b82c-78f0432bf078" providerId="ADAL" clId="{51810A46-95D3-42CD-B18B-535E537C0D3C}" dt="2024-10-03T11:33:06.346" v="183" actId="700"/>
          <ac:spMkLst>
            <pc:docMk/>
            <pc:sldMk cId="3367319455" sldId="258"/>
            <ac:spMk id="3" creationId="{4810337A-2DCD-2624-1971-7DE309394652}"/>
          </ac:spMkLst>
        </pc:spChg>
        <pc:spChg chg="del">
          <ac:chgData name="Jesper Rindom Jensen" userId="a310f5d1-ee7a-4c45-b82c-78f0432bf078" providerId="ADAL" clId="{51810A46-95D3-42CD-B18B-535E537C0D3C}" dt="2024-10-03T11:33:06.346" v="183" actId="700"/>
          <ac:spMkLst>
            <pc:docMk/>
            <pc:sldMk cId="3367319455" sldId="258"/>
            <ac:spMk id="4" creationId="{C190FCE3-5486-6884-9AF4-971182075D5C}"/>
          </ac:spMkLst>
        </pc:spChg>
        <pc:spChg chg="add mod ord">
          <ac:chgData name="Jesper Rindom Jensen" userId="a310f5d1-ee7a-4c45-b82c-78f0432bf078" providerId="ADAL" clId="{51810A46-95D3-42CD-B18B-535E537C0D3C}" dt="2024-10-03T11:57:57.017" v="808" actId="20577"/>
          <ac:spMkLst>
            <pc:docMk/>
            <pc:sldMk cId="3367319455" sldId="258"/>
            <ac:spMk id="5" creationId="{F2738FB5-B2C7-CAA6-492F-827114D41198}"/>
          </ac:spMkLst>
        </pc:spChg>
        <pc:spChg chg="add mod ord">
          <ac:chgData name="Jesper Rindom Jensen" userId="a310f5d1-ee7a-4c45-b82c-78f0432bf078" providerId="ADAL" clId="{51810A46-95D3-42CD-B18B-535E537C0D3C}" dt="2024-10-03T11:50:33.478" v="771" actId="20577"/>
          <ac:spMkLst>
            <pc:docMk/>
            <pc:sldMk cId="3367319455" sldId="258"/>
            <ac:spMk id="6" creationId="{97F657C6-C6F6-8E54-2BC4-C95C2C26AA4F}"/>
          </ac:spMkLst>
        </pc:sp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267260061" sldId="259"/>
        </pc:sldMkLst>
      </pc:sldChg>
      <pc:sldChg chg="addSp modSp new mod">
        <pc:chgData name="Jesper Rindom Jensen" userId="a310f5d1-ee7a-4c45-b82c-78f0432bf078" providerId="ADAL" clId="{51810A46-95D3-42CD-B18B-535E537C0D3C}" dt="2024-10-03T12:43:19.181" v="2600" actId="20577"/>
        <pc:sldMkLst>
          <pc:docMk/>
          <pc:sldMk cId="3366798561" sldId="259"/>
        </pc:sldMkLst>
        <pc:spChg chg="mod">
          <ac:chgData name="Jesper Rindom Jensen" userId="a310f5d1-ee7a-4c45-b82c-78f0432bf078" providerId="ADAL" clId="{51810A46-95D3-42CD-B18B-535E537C0D3C}" dt="2024-10-03T11:58:11.946" v="835" actId="20577"/>
          <ac:spMkLst>
            <pc:docMk/>
            <pc:sldMk cId="3366798561" sldId="259"/>
            <ac:spMk id="2" creationId="{8CF6596F-1BD8-D923-FC08-0D6D8E4C6049}"/>
          </ac:spMkLst>
        </pc:spChg>
        <pc:spChg chg="mod">
          <ac:chgData name="Jesper Rindom Jensen" userId="a310f5d1-ee7a-4c45-b82c-78f0432bf078" providerId="ADAL" clId="{51810A46-95D3-42CD-B18B-535E537C0D3C}" dt="2024-10-03T12:43:05.942" v="2591" actId="20577"/>
          <ac:spMkLst>
            <pc:docMk/>
            <pc:sldMk cId="3366798561" sldId="259"/>
            <ac:spMk id="3" creationId="{0A090F8E-C9F5-B4F8-5C7C-5322648FC89E}"/>
          </ac:spMkLst>
        </pc:spChg>
        <pc:spChg chg="add mod">
          <ac:chgData name="Jesper Rindom Jensen" userId="a310f5d1-ee7a-4c45-b82c-78f0432bf078" providerId="ADAL" clId="{51810A46-95D3-42CD-B18B-535E537C0D3C}" dt="2024-10-03T12:43:19.181" v="2600" actId="20577"/>
          <ac:spMkLst>
            <pc:docMk/>
            <pc:sldMk cId="3366798561" sldId="259"/>
            <ac:spMk id="6" creationId="{B5AAB1D9-2CEC-E8AB-016E-FFE5CD59B9A4}"/>
          </ac:spMkLst>
        </pc:spChg>
        <pc:picChg chg="mod">
          <ac:chgData name="Jesper Rindom Jensen" userId="a310f5d1-ee7a-4c45-b82c-78f0432bf078" providerId="ADAL" clId="{51810A46-95D3-42CD-B18B-535E537C0D3C}" dt="2024-10-03T12:00:51.972" v="1064" actId="1076"/>
          <ac:picMkLst>
            <pc:docMk/>
            <pc:sldMk cId="3366798561" sldId="259"/>
            <ac:picMk id="5" creationId="{1E6FA9F6-6593-A784-ADCE-98CC5FFEFE31}"/>
          </ac:picMkLst>
        </pc:picChg>
        <pc:picChg chg="mod">
          <ac:chgData name="Jesper Rindom Jensen" userId="a310f5d1-ee7a-4c45-b82c-78f0432bf078" providerId="ADAL" clId="{51810A46-95D3-42CD-B18B-535E537C0D3C}" dt="2024-10-03T12:43:10.348" v="2597" actId="1038"/>
          <ac:picMkLst>
            <pc:docMk/>
            <pc:sldMk cId="3366798561" sldId="259"/>
            <ac:picMk id="10" creationId="{750EEF85-A454-F20B-D922-25487AD8733D}"/>
          </ac:picMkLst>
        </pc:picChg>
        <pc:cxnChg chg="add mod">
          <ac:chgData name="Jesper Rindom Jensen" userId="a310f5d1-ee7a-4c45-b82c-78f0432bf078" providerId="ADAL" clId="{51810A46-95D3-42CD-B18B-535E537C0D3C}" dt="2024-10-03T12:01:58.470" v="1133" actId="208"/>
          <ac:cxnSpMkLst>
            <pc:docMk/>
            <pc:sldMk cId="3366798561" sldId="259"/>
            <ac:cxnSpMk id="8" creationId="{8FE62023-27D6-95E1-2E63-C84C566B9C1A}"/>
          </ac:cxnSpMkLst>
        </pc:cxn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1143056291" sldId="260"/>
        </pc:sldMkLst>
      </pc:sldChg>
      <pc:sldChg chg="addSp delSp modSp new mod setBg modClrScheme chgLayout">
        <pc:chgData name="Jesper Rindom Jensen" userId="a310f5d1-ee7a-4c45-b82c-78f0432bf078" providerId="ADAL" clId="{51810A46-95D3-42CD-B18B-535E537C0D3C}" dt="2024-10-03T12:16:45.926" v="1410" actId="1076"/>
        <pc:sldMkLst>
          <pc:docMk/>
          <pc:sldMk cId="2613171238" sldId="260"/>
        </pc:sldMkLst>
        <pc:spChg chg="mod ord">
          <ac:chgData name="Jesper Rindom Jensen" userId="a310f5d1-ee7a-4c45-b82c-78f0432bf078" providerId="ADAL" clId="{51810A46-95D3-42CD-B18B-535E537C0D3C}" dt="2024-10-03T12:04:12.886" v="1290" actId="700"/>
          <ac:spMkLst>
            <pc:docMk/>
            <pc:sldMk cId="2613171238" sldId="260"/>
            <ac:spMk id="2" creationId="{A3120C4C-860F-EAE5-FD3B-D1809A823C3A}"/>
          </ac:spMkLst>
        </pc:spChg>
        <pc:spChg chg="mod ord">
          <ac:chgData name="Jesper Rindom Jensen" userId="a310f5d1-ee7a-4c45-b82c-78f0432bf078" providerId="ADAL" clId="{51810A46-95D3-42CD-B18B-535E537C0D3C}" dt="2024-10-03T12:12:47.013" v="1403" actId="20577"/>
          <ac:spMkLst>
            <pc:docMk/>
            <pc:sldMk cId="2613171238" sldId="260"/>
            <ac:spMk id="3" creationId="{4AAF7927-ABC6-E2C2-FFC4-C47000E17DB9}"/>
          </ac:spMkLst>
        </pc:spChg>
        <pc:spChg chg="add del mod ord">
          <ac:chgData name="Jesper Rindom Jensen" userId="a310f5d1-ee7a-4c45-b82c-78f0432bf078" providerId="ADAL" clId="{51810A46-95D3-42CD-B18B-535E537C0D3C}" dt="2024-10-03T12:04:16.194" v="1292"/>
          <ac:spMkLst>
            <pc:docMk/>
            <pc:sldMk cId="2613171238" sldId="260"/>
            <ac:spMk id="6" creationId="{988E0A5F-578F-DCCB-5BE2-06BC59545577}"/>
          </ac:spMkLst>
        </pc:spChg>
        <pc:spChg chg="add del">
          <ac:chgData name="Jesper Rindom Jensen" userId="a310f5d1-ee7a-4c45-b82c-78f0432bf078" providerId="ADAL" clId="{51810A46-95D3-42CD-B18B-535E537C0D3C}" dt="2024-10-03T12:04:07.651" v="1289" actId="26606"/>
          <ac:spMkLst>
            <pc:docMk/>
            <pc:sldMk cId="2613171238" sldId="260"/>
            <ac:spMk id="7" creationId="{D009D6D5-DAC2-4A8B-A17A-E206B9012D09}"/>
          </ac:spMkLst>
        </pc:spChg>
        <pc:spChg chg="add del">
          <ac:chgData name="Jesper Rindom Jensen" userId="a310f5d1-ee7a-4c45-b82c-78f0432bf078" providerId="ADAL" clId="{51810A46-95D3-42CD-B18B-535E537C0D3C}" dt="2024-10-03T12:04:05.931" v="1287" actId="26606"/>
          <ac:spMkLst>
            <pc:docMk/>
            <pc:sldMk cId="2613171238" sldId="260"/>
            <ac:spMk id="10" creationId="{D1D34770-47A8-402C-AF23-2B653F2D88C1}"/>
          </ac:spMkLst>
        </pc:spChg>
        <pc:picChg chg="add del mod">
          <ac:chgData name="Jesper Rindom Jensen" userId="a310f5d1-ee7a-4c45-b82c-78f0432bf078" providerId="ADAL" clId="{51810A46-95D3-42CD-B18B-535E537C0D3C}" dt="2024-10-03T12:04:14.304" v="1291" actId="21"/>
          <ac:picMkLst>
            <pc:docMk/>
            <pc:sldMk cId="2613171238" sldId="260"/>
            <ac:picMk id="5" creationId="{66B0BE83-CE67-D720-3624-B742A71C9F31}"/>
          </ac:picMkLst>
        </pc:picChg>
        <pc:picChg chg="add mod">
          <ac:chgData name="Jesper Rindom Jensen" userId="a310f5d1-ee7a-4c45-b82c-78f0432bf078" providerId="ADAL" clId="{51810A46-95D3-42CD-B18B-535E537C0D3C}" dt="2024-10-03T12:04:21.465" v="1293" actId="1076"/>
          <ac:picMkLst>
            <pc:docMk/>
            <pc:sldMk cId="2613171238" sldId="260"/>
            <ac:picMk id="8" creationId="{66B0BE83-CE67-D720-3624-B742A71C9F31}"/>
          </ac:picMkLst>
        </pc:picChg>
        <pc:picChg chg="mod">
          <ac:chgData name="Jesper Rindom Jensen" userId="a310f5d1-ee7a-4c45-b82c-78f0432bf078" providerId="ADAL" clId="{51810A46-95D3-42CD-B18B-535E537C0D3C}" dt="2024-10-03T12:11:50.190" v="1343" actId="1076"/>
          <ac:picMkLst>
            <pc:docMk/>
            <pc:sldMk cId="2613171238" sldId="260"/>
            <ac:picMk id="11" creationId="{0EB6A5CE-76D7-153E-0C5C-01E99A6B0A67}"/>
          </ac:picMkLst>
        </pc:picChg>
        <pc:picChg chg="mod">
          <ac:chgData name="Jesper Rindom Jensen" userId="a310f5d1-ee7a-4c45-b82c-78f0432bf078" providerId="ADAL" clId="{51810A46-95D3-42CD-B18B-535E537C0D3C}" dt="2024-10-03T12:16:45.926" v="1410" actId="1076"/>
          <ac:picMkLst>
            <pc:docMk/>
            <pc:sldMk cId="2613171238" sldId="260"/>
            <ac:picMk id="13" creationId="{6C7E7379-F386-F48B-023C-B855D34555DD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1690314071" sldId="261"/>
        </pc:sldMkLst>
      </pc:sldChg>
      <pc:sldChg chg="addSp delSp modSp new mod modClrScheme chgLayout">
        <pc:chgData name="Jesper Rindom Jensen" userId="a310f5d1-ee7a-4c45-b82c-78f0432bf078" providerId="ADAL" clId="{51810A46-95D3-42CD-B18B-535E537C0D3C}" dt="2024-10-03T12:24:09.155" v="1474" actId="20577"/>
        <pc:sldMkLst>
          <pc:docMk/>
          <pc:sldMk cId="1792883787" sldId="261"/>
        </pc:sldMkLst>
        <pc:spChg chg="del mod ord">
          <ac:chgData name="Jesper Rindom Jensen" userId="a310f5d1-ee7a-4c45-b82c-78f0432bf078" providerId="ADAL" clId="{51810A46-95D3-42CD-B18B-535E537C0D3C}" dt="2024-10-03T12:20:24.272" v="1412" actId="700"/>
          <ac:spMkLst>
            <pc:docMk/>
            <pc:sldMk cId="1792883787" sldId="261"/>
            <ac:spMk id="2" creationId="{7F37D318-6997-476B-1A48-64D28614ED64}"/>
          </ac:spMkLst>
        </pc:spChg>
        <pc:spChg chg="del mod ord">
          <ac:chgData name="Jesper Rindom Jensen" userId="a310f5d1-ee7a-4c45-b82c-78f0432bf078" providerId="ADAL" clId="{51810A46-95D3-42CD-B18B-535E537C0D3C}" dt="2024-10-03T12:20:24.272" v="1412" actId="700"/>
          <ac:spMkLst>
            <pc:docMk/>
            <pc:sldMk cId="1792883787" sldId="261"/>
            <ac:spMk id="3" creationId="{C66BDAB6-35CA-33BA-B737-B6DC74DE9CD5}"/>
          </ac:spMkLst>
        </pc:spChg>
        <pc:spChg chg="del">
          <ac:chgData name="Jesper Rindom Jensen" userId="a310f5d1-ee7a-4c45-b82c-78f0432bf078" providerId="ADAL" clId="{51810A46-95D3-42CD-B18B-535E537C0D3C}" dt="2024-10-03T12:20:24.272" v="1412" actId="700"/>
          <ac:spMkLst>
            <pc:docMk/>
            <pc:sldMk cId="1792883787" sldId="261"/>
            <ac:spMk id="4" creationId="{578D26DC-755D-EB37-BD48-45090FE0D261}"/>
          </ac:spMkLst>
        </pc:spChg>
        <pc:spChg chg="add mod ord">
          <ac:chgData name="Jesper Rindom Jensen" userId="a310f5d1-ee7a-4c45-b82c-78f0432bf078" providerId="ADAL" clId="{51810A46-95D3-42CD-B18B-535E537C0D3C}" dt="2024-10-03T12:24:09.155" v="1474" actId="20577"/>
          <ac:spMkLst>
            <pc:docMk/>
            <pc:sldMk cId="1792883787" sldId="261"/>
            <ac:spMk id="5" creationId="{BA1E33C3-040E-E7A3-3274-43F1325893B8}"/>
          </ac:spMkLst>
        </pc:spChg>
        <pc:spChg chg="add mod ord">
          <ac:chgData name="Jesper Rindom Jensen" userId="a310f5d1-ee7a-4c45-b82c-78f0432bf078" providerId="ADAL" clId="{51810A46-95D3-42CD-B18B-535E537C0D3C}" dt="2024-10-03T12:20:24.272" v="1412" actId="700"/>
          <ac:spMkLst>
            <pc:docMk/>
            <pc:sldMk cId="1792883787" sldId="261"/>
            <ac:spMk id="6" creationId="{9DB70AFB-59F5-C8BF-8898-1E68E1904E64}"/>
          </ac:spMkLst>
        </pc:spChg>
      </pc:sldChg>
      <pc:sldChg chg="modSp new mod">
        <pc:chgData name="Jesper Rindom Jensen" userId="a310f5d1-ee7a-4c45-b82c-78f0432bf078" providerId="ADAL" clId="{51810A46-95D3-42CD-B18B-535E537C0D3C}" dt="2024-10-03T12:28:31.869" v="2052" actId="20577"/>
        <pc:sldMkLst>
          <pc:docMk/>
          <pc:sldMk cId="2067236871" sldId="262"/>
        </pc:sldMkLst>
        <pc:spChg chg="mod">
          <ac:chgData name="Jesper Rindom Jensen" userId="a310f5d1-ee7a-4c45-b82c-78f0432bf078" providerId="ADAL" clId="{51810A46-95D3-42CD-B18B-535E537C0D3C}" dt="2024-10-03T12:24:24.250" v="1505" actId="20577"/>
          <ac:spMkLst>
            <pc:docMk/>
            <pc:sldMk cId="2067236871" sldId="262"/>
            <ac:spMk id="2" creationId="{930782DF-E162-F755-2D21-602C03C25694}"/>
          </ac:spMkLst>
        </pc:spChg>
        <pc:spChg chg="mod">
          <ac:chgData name="Jesper Rindom Jensen" userId="a310f5d1-ee7a-4c45-b82c-78f0432bf078" providerId="ADAL" clId="{51810A46-95D3-42CD-B18B-535E537C0D3C}" dt="2024-10-03T12:28:31.869" v="2052" actId="20577"/>
          <ac:spMkLst>
            <pc:docMk/>
            <pc:sldMk cId="2067236871" sldId="262"/>
            <ac:spMk id="3" creationId="{877503DF-3C7C-B84B-D5BC-F94B62C5550B}"/>
          </ac:spMkLst>
        </pc:sp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3154583662" sldId="262"/>
        </pc:sldMkLst>
      </pc:sldChg>
      <pc:sldChg chg="modSp new mod">
        <pc:chgData name="Jesper Rindom Jensen" userId="a310f5d1-ee7a-4c45-b82c-78f0432bf078" providerId="ADAL" clId="{51810A46-95D3-42CD-B18B-535E537C0D3C}" dt="2024-10-03T12:44:36.014" v="2695" actId="20577"/>
        <pc:sldMkLst>
          <pc:docMk/>
          <pc:sldMk cId="1368649594" sldId="263"/>
        </pc:sldMkLst>
        <pc:spChg chg="mod">
          <ac:chgData name="Jesper Rindom Jensen" userId="a310f5d1-ee7a-4c45-b82c-78f0432bf078" providerId="ADAL" clId="{51810A46-95D3-42CD-B18B-535E537C0D3C}" dt="2024-10-03T12:29:18.571" v="2091" actId="20577"/>
          <ac:spMkLst>
            <pc:docMk/>
            <pc:sldMk cId="1368649594" sldId="263"/>
            <ac:spMk id="2" creationId="{36340E6E-7F98-A89E-BA6D-C87B2389AC6A}"/>
          </ac:spMkLst>
        </pc:spChg>
        <pc:spChg chg="mod">
          <ac:chgData name="Jesper Rindom Jensen" userId="a310f5d1-ee7a-4c45-b82c-78f0432bf078" providerId="ADAL" clId="{51810A46-95D3-42CD-B18B-535E537C0D3C}" dt="2024-10-03T12:44:36.014" v="2695" actId="20577"/>
          <ac:spMkLst>
            <pc:docMk/>
            <pc:sldMk cId="1368649594" sldId="263"/>
            <ac:spMk id="3" creationId="{EB446730-6AB8-C2B4-6C12-A7BB0FE28400}"/>
          </ac:spMkLst>
        </pc:spChg>
        <pc:picChg chg="mod">
          <ac:chgData name="Jesper Rindom Jensen" userId="a310f5d1-ee7a-4c45-b82c-78f0432bf078" providerId="ADAL" clId="{51810A46-95D3-42CD-B18B-535E537C0D3C}" dt="2024-10-03T12:44:30.803" v="2675" actId="1037"/>
          <ac:picMkLst>
            <pc:docMk/>
            <pc:sldMk cId="1368649594" sldId="263"/>
            <ac:picMk id="5" creationId="{442478C1-49C0-11EA-D9C0-671EE59E55F3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3773069501" sldId="263"/>
        </pc:sldMkLst>
      </pc:sldChg>
      <pc:sldChg chg="delSp modSp new mod">
        <pc:chgData name="Jesper Rindom Jensen" userId="a310f5d1-ee7a-4c45-b82c-78f0432bf078" providerId="ADAL" clId="{51810A46-95D3-42CD-B18B-535E537C0D3C}" dt="2024-10-03T12:47:57.616" v="2789" actId="1076"/>
        <pc:sldMkLst>
          <pc:docMk/>
          <pc:sldMk cId="1402732699" sldId="264"/>
        </pc:sldMkLst>
        <pc:spChg chg="mod">
          <ac:chgData name="Jesper Rindom Jensen" userId="a310f5d1-ee7a-4c45-b82c-78f0432bf078" providerId="ADAL" clId="{51810A46-95D3-42CD-B18B-535E537C0D3C}" dt="2024-10-03T12:46:19.637" v="2728" actId="20577"/>
          <ac:spMkLst>
            <pc:docMk/>
            <pc:sldMk cId="1402732699" sldId="264"/>
            <ac:spMk id="2" creationId="{2D53D924-590F-6CF3-7154-C49358ED116B}"/>
          </ac:spMkLst>
        </pc:spChg>
        <pc:spChg chg="mod">
          <ac:chgData name="Jesper Rindom Jensen" userId="a310f5d1-ee7a-4c45-b82c-78f0432bf078" providerId="ADAL" clId="{51810A46-95D3-42CD-B18B-535E537C0D3C}" dt="2024-10-03T12:46:33.693" v="2781" actId="20577"/>
          <ac:spMkLst>
            <pc:docMk/>
            <pc:sldMk cId="1402732699" sldId="264"/>
            <ac:spMk id="3" creationId="{3A0FD048-0282-838C-8798-8C162FE0BFD8}"/>
          </ac:spMkLst>
        </pc:spChg>
        <pc:picChg chg="del mod">
          <ac:chgData name="Jesper Rindom Jensen" userId="a310f5d1-ee7a-4c45-b82c-78f0432bf078" providerId="ADAL" clId="{51810A46-95D3-42CD-B18B-535E537C0D3C}" dt="2024-10-03T12:46:10.310" v="2710" actId="478"/>
          <ac:picMkLst>
            <pc:docMk/>
            <pc:sldMk cId="1402732699" sldId="264"/>
            <ac:picMk id="5" creationId="{36229206-EEED-1EAC-07AF-11ED5A0ACA08}"/>
          </ac:picMkLst>
        </pc:picChg>
        <pc:picChg chg="mod ord">
          <ac:chgData name="Jesper Rindom Jensen" userId="a310f5d1-ee7a-4c45-b82c-78f0432bf078" providerId="ADAL" clId="{51810A46-95D3-42CD-B18B-535E537C0D3C}" dt="2024-10-03T12:46:40.199" v="2782" actId="1076"/>
          <ac:picMkLst>
            <pc:docMk/>
            <pc:sldMk cId="1402732699" sldId="264"/>
            <ac:picMk id="7" creationId="{1CDA1010-5449-D5A0-2A14-F4583E5D829B}"/>
          </ac:picMkLst>
        </pc:picChg>
        <pc:picChg chg="mod">
          <ac:chgData name="Jesper Rindom Jensen" userId="a310f5d1-ee7a-4c45-b82c-78f0432bf078" providerId="ADAL" clId="{51810A46-95D3-42CD-B18B-535E537C0D3C}" dt="2024-10-03T12:47:57.616" v="2789" actId="1076"/>
          <ac:picMkLst>
            <pc:docMk/>
            <pc:sldMk cId="1402732699" sldId="264"/>
            <ac:picMk id="9" creationId="{1C849D85-D8EC-E8A8-E27F-C028B7488F49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1998196394" sldId="264"/>
        </pc:sldMkLst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2447759385" sldId="265"/>
        </pc:sldMkLst>
      </pc:sldChg>
      <pc:sldChg chg="addSp delSp modSp new mod setBg">
        <pc:chgData name="Jesper Rindom Jensen" userId="a310f5d1-ee7a-4c45-b82c-78f0432bf078" providerId="ADAL" clId="{51810A46-95D3-42CD-B18B-535E537C0D3C}" dt="2024-10-07T09:53:20.175" v="7134" actId="478"/>
        <pc:sldMkLst>
          <pc:docMk/>
          <pc:sldMk cId="2779329426" sldId="265"/>
        </pc:sldMkLst>
        <pc:spChg chg="mod">
          <ac:chgData name="Jesper Rindom Jensen" userId="a310f5d1-ee7a-4c45-b82c-78f0432bf078" providerId="ADAL" clId="{51810A46-95D3-42CD-B18B-535E537C0D3C}" dt="2024-10-03T13:09:37.775" v="2886" actId="26606"/>
          <ac:spMkLst>
            <pc:docMk/>
            <pc:sldMk cId="2779329426" sldId="265"/>
            <ac:spMk id="2" creationId="{38758265-FD3F-F2B3-21B1-2E18939DEB3F}"/>
          </ac:spMkLst>
        </pc:spChg>
        <pc:spChg chg="mod">
          <ac:chgData name="Jesper Rindom Jensen" userId="a310f5d1-ee7a-4c45-b82c-78f0432bf078" providerId="ADAL" clId="{51810A46-95D3-42CD-B18B-535E537C0D3C}" dt="2024-10-03T13:09:37.775" v="2886" actId="26606"/>
          <ac:spMkLst>
            <pc:docMk/>
            <pc:sldMk cId="2779329426" sldId="265"/>
            <ac:spMk id="3" creationId="{95D90287-5704-A8D2-9D0C-A2C9A0BDEB99}"/>
          </ac:spMkLst>
        </pc:spChg>
        <pc:spChg chg="add del">
          <ac:chgData name="Jesper Rindom Jensen" userId="a310f5d1-ee7a-4c45-b82c-78f0432bf078" providerId="ADAL" clId="{51810A46-95D3-42CD-B18B-535E537C0D3C}" dt="2024-10-03T13:09:37.775" v="2886" actId="26606"/>
          <ac:spMkLst>
            <pc:docMk/>
            <pc:sldMk cId="2779329426" sldId="265"/>
            <ac:spMk id="1033" creationId="{94BFCCA4-109C-4B21-816E-144FE75C38EE}"/>
          </ac:spMkLst>
        </pc:spChg>
        <pc:spChg chg="add del">
          <ac:chgData name="Jesper Rindom Jensen" userId="a310f5d1-ee7a-4c45-b82c-78f0432bf078" providerId="ADAL" clId="{51810A46-95D3-42CD-B18B-535E537C0D3C}" dt="2024-10-03T13:09:37.775" v="2886" actId="26606"/>
          <ac:spMkLst>
            <pc:docMk/>
            <pc:sldMk cId="2779329426" sldId="265"/>
            <ac:spMk id="1035" creationId="{0059B5C0-FEC8-4370-AF45-02E3AEF6FA6D}"/>
          </ac:spMkLst>
        </pc:spChg>
        <pc:picChg chg="del mod">
          <ac:chgData name="Jesper Rindom Jensen" userId="a310f5d1-ee7a-4c45-b82c-78f0432bf078" providerId="ADAL" clId="{51810A46-95D3-42CD-B18B-535E537C0D3C}" dt="2024-10-03T12:58:25.501" v="2841" actId="478"/>
          <ac:picMkLst>
            <pc:docMk/>
            <pc:sldMk cId="2779329426" sldId="265"/>
            <ac:picMk id="5" creationId="{74FC332C-9EF9-477F-4768-9EC5686A37D8}"/>
          </ac:picMkLst>
        </pc:picChg>
        <pc:picChg chg="mod ord">
          <ac:chgData name="Jesper Rindom Jensen" userId="a310f5d1-ee7a-4c45-b82c-78f0432bf078" providerId="ADAL" clId="{51810A46-95D3-42CD-B18B-535E537C0D3C}" dt="2024-10-07T09:53:20.174" v="7133" actId="108"/>
          <ac:picMkLst>
            <pc:docMk/>
            <pc:sldMk cId="2779329426" sldId="265"/>
            <ac:picMk id="5" creationId="{F767D747-F0B3-6B52-9298-4AF1226588CE}"/>
          </ac:picMkLst>
        </pc:picChg>
        <pc:picChg chg="del mod ord">
          <ac:chgData name="Jesper Rindom Jensen" userId="a310f5d1-ee7a-4c45-b82c-78f0432bf078" providerId="ADAL" clId="{51810A46-95D3-42CD-B18B-535E537C0D3C}" dt="2024-10-03T13:57:01.345" v="3952" actId="478"/>
          <ac:picMkLst>
            <pc:docMk/>
            <pc:sldMk cId="2779329426" sldId="265"/>
            <ac:picMk id="7" creationId="{9DDF7BB5-E46F-F4C5-347D-2CFF0C959055}"/>
          </ac:picMkLst>
        </pc:picChg>
        <pc:picChg chg="del mod">
          <ac:chgData name="Jesper Rindom Jensen" userId="a310f5d1-ee7a-4c45-b82c-78f0432bf078" providerId="ADAL" clId="{51810A46-95D3-42CD-B18B-535E537C0D3C}" dt="2024-10-03T13:06:22.706" v="2861" actId="478"/>
          <ac:picMkLst>
            <pc:docMk/>
            <pc:sldMk cId="2779329426" sldId="265"/>
            <ac:picMk id="9" creationId="{486CA1EE-0B32-519A-77AA-F7E2D1151DEC}"/>
          </ac:picMkLst>
        </pc:picChg>
        <pc:picChg chg="del mod ord">
          <ac:chgData name="Jesper Rindom Jensen" userId="a310f5d1-ee7a-4c45-b82c-78f0432bf078" providerId="ADAL" clId="{51810A46-95D3-42CD-B18B-535E537C0D3C}" dt="2024-10-03T13:06:42.666" v="2873" actId="478"/>
          <ac:picMkLst>
            <pc:docMk/>
            <pc:sldMk cId="2779329426" sldId="265"/>
            <ac:picMk id="11" creationId="{FD1665B2-771F-0B6A-9B2A-570EF68D9CB9}"/>
          </ac:picMkLst>
        </pc:picChg>
        <pc:picChg chg="del mod ord">
          <ac:chgData name="Jesper Rindom Jensen" userId="a310f5d1-ee7a-4c45-b82c-78f0432bf078" providerId="ADAL" clId="{51810A46-95D3-42CD-B18B-535E537C0D3C}" dt="2024-10-07T09:53:20.175" v="7134" actId="478"/>
          <ac:picMkLst>
            <pc:docMk/>
            <pc:sldMk cId="2779329426" sldId="265"/>
            <ac:picMk id="13" creationId="{9AFED4D8-EDB6-4D3F-6608-727162FBC037}"/>
          </ac:picMkLst>
        </pc:picChg>
        <pc:picChg chg="mod ord">
          <ac:chgData name="Jesper Rindom Jensen" userId="a310f5d1-ee7a-4c45-b82c-78f0432bf078" providerId="ADAL" clId="{51810A46-95D3-42CD-B18B-535E537C0D3C}" dt="2024-10-03T13:57:01.344" v="3951" actId="108"/>
          <ac:picMkLst>
            <pc:docMk/>
            <pc:sldMk cId="2779329426" sldId="265"/>
            <ac:picMk id="15" creationId="{4768BB65-CCA4-4020-5837-2FA1C8BF6273}"/>
          </ac:picMkLst>
        </pc:picChg>
        <pc:picChg chg="add del mod ord">
          <ac:chgData name="Jesper Rindom Jensen" userId="a310f5d1-ee7a-4c45-b82c-78f0432bf078" providerId="ADAL" clId="{51810A46-95D3-42CD-B18B-535E537C0D3C}" dt="2024-10-03T13:10:41.355" v="2894" actId="478"/>
          <ac:picMkLst>
            <pc:docMk/>
            <pc:sldMk cId="2779329426" sldId="265"/>
            <ac:picMk id="1026" creationId="{6A071A91-DFD3-E82E-E35B-68BE3B788E40}"/>
          </ac:picMkLst>
        </pc:picChg>
        <pc:picChg chg="add mod">
          <ac:chgData name="Jesper Rindom Jensen" userId="a310f5d1-ee7a-4c45-b82c-78f0432bf078" providerId="ADAL" clId="{51810A46-95D3-42CD-B18B-535E537C0D3C}" dt="2024-10-03T13:09:37.775" v="2886" actId="26606"/>
          <ac:picMkLst>
            <pc:docMk/>
            <pc:sldMk cId="2779329426" sldId="265"/>
            <ac:picMk id="1028" creationId="{11ADCD81-3B2F-0669-7F1A-163B709E204B}"/>
          </ac:picMkLst>
        </pc:picChg>
        <pc:picChg chg="add mod">
          <ac:chgData name="Jesper Rindom Jensen" userId="a310f5d1-ee7a-4c45-b82c-78f0432bf078" providerId="ADAL" clId="{51810A46-95D3-42CD-B18B-535E537C0D3C}" dt="2024-10-03T13:56:47.122" v="3937"/>
          <ac:picMkLst>
            <pc:docMk/>
            <pc:sldMk cId="2779329426" sldId="265"/>
            <ac:picMk id="1030" creationId="{F64918FD-D965-1FDC-00D7-886D9463DB2D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406843708" sldId="266"/>
        </pc:sldMkLst>
      </pc:sldChg>
      <pc:sldChg chg="modSp new mod">
        <pc:chgData name="Jesper Rindom Jensen" userId="a310f5d1-ee7a-4c45-b82c-78f0432bf078" providerId="ADAL" clId="{51810A46-95D3-42CD-B18B-535E537C0D3C}" dt="2024-10-03T13:14:26.166" v="3237" actId="1076"/>
        <pc:sldMkLst>
          <pc:docMk/>
          <pc:sldMk cId="2551038401" sldId="266"/>
        </pc:sldMkLst>
        <pc:spChg chg="mod">
          <ac:chgData name="Jesper Rindom Jensen" userId="a310f5d1-ee7a-4c45-b82c-78f0432bf078" providerId="ADAL" clId="{51810A46-95D3-42CD-B18B-535E537C0D3C}" dt="2024-10-03T13:11:37.573" v="2947" actId="20577"/>
          <ac:spMkLst>
            <pc:docMk/>
            <pc:sldMk cId="2551038401" sldId="266"/>
            <ac:spMk id="2" creationId="{1F5A7F46-EBEE-C56C-9837-87D48DD33BBC}"/>
          </ac:spMkLst>
        </pc:spChg>
        <pc:spChg chg="mod">
          <ac:chgData name="Jesper Rindom Jensen" userId="a310f5d1-ee7a-4c45-b82c-78f0432bf078" providerId="ADAL" clId="{51810A46-95D3-42CD-B18B-535E537C0D3C}" dt="2024-10-03T13:13:54.039" v="3229" actId="20577"/>
          <ac:spMkLst>
            <pc:docMk/>
            <pc:sldMk cId="2551038401" sldId="266"/>
            <ac:spMk id="3" creationId="{F01E7204-6A15-CC96-3472-14CC420F9408}"/>
          </ac:spMkLst>
        </pc:spChg>
        <pc:picChg chg="mod">
          <ac:chgData name="Jesper Rindom Jensen" userId="a310f5d1-ee7a-4c45-b82c-78f0432bf078" providerId="ADAL" clId="{51810A46-95D3-42CD-B18B-535E537C0D3C}" dt="2024-10-03T13:13:58.030" v="3230" actId="1076"/>
          <ac:picMkLst>
            <pc:docMk/>
            <pc:sldMk cId="2551038401" sldId="266"/>
            <ac:picMk id="5" creationId="{3A4B686A-6CA5-F69E-AAA3-5C5FF9928939}"/>
          </ac:picMkLst>
        </pc:picChg>
        <pc:picChg chg="mod">
          <ac:chgData name="Jesper Rindom Jensen" userId="a310f5d1-ee7a-4c45-b82c-78f0432bf078" providerId="ADAL" clId="{51810A46-95D3-42CD-B18B-535E537C0D3C}" dt="2024-10-03T13:14:26.166" v="3237" actId="1076"/>
          <ac:picMkLst>
            <pc:docMk/>
            <pc:sldMk cId="2551038401" sldId="266"/>
            <ac:picMk id="7" creationId="{F79F645A-FFEE-A697-421F-EA4032DE699A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816940966" sldId="267"/>
        </pc:sldMkLst>
      </pc:sldChg>
      <pc:sldChg chg="delSp modSp new mod">
        <pc:chgData name="Jesper Rindom Jensen" userId="a310f5d1-ee7a-4c45-b82c-78f0432bf078" providerId="ADAL" clId="{51810A46-95D3-42CD-B18B-535E537C0D3C}" dt="2024-10-07T09:57:45.870" v="7191" actId="478"/>
        <pc:sldMkLst>
          <pc:docMk/>
          <pc:sldMk cId="3724023189" sldId="267"/>
        </pc:sldMkLst>
        <pc:spChg chg="mod">
          <ac:chgData name="Jesper Rindom Jensen" userId="a310f5d1-ee7a-4c45-b82c-78f0432bf078" providerId="ADAL" clId="{51810A46-95D3-42CD-B18B-535E537C0D3C}" dt="2024-10-03T13:17:34.534" v="3239"/>
          <ac:spMkLst>
            <pc:docMk/>
            <pc:sldMk cId="3724023189" sldId="267"/>
            <ac:spMk id="2" creationId="{61177B30-5030-0FE8-E1E8-2E1C16C78B28}"/>
          </ac:spMkLst>
        </pc:spChg>
        <pc:spChg chg="mod">
          <ac:chgData name="Jesper Rindom Jensen" userId="a310f5d1-ee7a-4c45-b82c-78f0432bf078" providerId="ADAL" clId="{51810A46-95D3-42CD-B18B-535E537C0D3C}" dt="2024-10-03T13:25:06.879" v="3467" actId="20577"/>
          <ac:spMkLst>
            <pc:docMk/>
            <pc:sldMk cId="3724023189" sldId="267"/>
            <ac:spMk id="3" creationId="{AAC932A5-EE75-F524-834E-6BC388D5F044}"/>
          </ac:spMkLst>
        </pc:spChg>
        <pc:picChg chg="del mod">
          <ac:chgData name="Jesper Rindom Jensen" userId="a310f5d1-ee7a-4c45-b82c-78f0432bf078" providerId="ADAL" clId="{51810A46-95D3-42CD-B18B-535E537C0D3C}" dt="2024-10-03T13:24:24.442" v="3335" actId="478"/>
          <ac:picMkLst>
            <pc:docMk/>
            <pc:sldMk cId="3724023189" sldId="267"/>
            <ac:picMk id="5" creationId="{4C545899-A6A6-AC07-79AA-1FDF9122DB09}"/>
          </ac:picMkLst>
        </pc:picChg>
        <pc:picChg chg="mod ord">
          <ac:chgData name="Jesper Rindom Jensen" userId="a310f5d1-ee7a-4c45-b82c-78f0432bf078" providerId="ADAL" clId="{51810A46-95D3-42CD-B18B-535E537C0D3C}" dt="2024-10-07T09:57:45.869" v="7190" actId="108"/>
          <ac:picMkLst>
            <pc:docMk/>
            <pc:sldMk cId="3724023189" sldId="267"/>
            <ac:picMk id="5" creationId="{726D78AD-3471-06A6-0E9B-1E99E54E66AD}"/>
          </ac:picMkLst>
        </pc:picChg>
        <pc:picChg chg="del mod ord">
          <ac:chgData name="Jesper Rindom Jensen" userId="a310f5d1-ee7a-4c45-b82c-78f0432bf078" providerId="ADAL" clId="{51810A46-95D3-42CD-B18B-535E537C0D3C}" dt="2024-10-07T09:57:45.870" v="7191" actId="478"/>
          <ac:picMkLst>
            <pc:docMk/>
            <pc:sldMk cId="3724023189" sldId="267"/>
            <ac:picMk id="7" creationId="{01DA3294-D057-8095-92F6-AF6840E59E31}"/>
          </ac:picMkLst>
        </pc:picChg>
        <pc:picChg chg="del mod">
          <ac:chgData name="Jesper Rindom Jensen" userId="a310f5d1-ee7a-4c45-b82c-78f0432bf078" providerId="ADAL" clId="{51810A46-95D3-42CD-B18B-535E537C0D3C}" dt="2024-10-03T13:26:58.933" v="3486" actId="478"/>
          <ac:picMkLst>
            <pc:docMk/>
            <pc:sldMk cId="3724023189" sldId="267"/>
            <ac:picMk id="9" creationId="{2A63AE1B-8EB2-6760-7ED2-CFC8361B2FD1}"/>
          </ac:picMkLst>
        </pc:picChg>
        <pc:picChg chg="mod ord">
          <ac:chgData name="Jesper Rindom Jensen" userId="a310f5d1-ee7a-4c45-b82c-78f0432bf078" providerId="ADAL" clId="{51810A46-95D3-42CD-B18B-535E537C0D3C}" dt="2024-10-03T13:27:04.210" v="3487" actId="1076"/>
          <ac:picMkLst>
            <pc:docMk/>
            <pc:sldMk cId="3724023189" sldId="267"/>
            <ac:picMk id="11" creationId="{39200CFC-9A32-B657-7FE2-389C04D2F82B}"/>
          </ac:picMkLst>
        </pc:picChg>
      </pc:sldChg>
      <pc:sldChg chg="modSp new mod">
        <pc:chgData name="Jesper Rindom Jensen" userId="a310f5d1-ee7a-4c45-b82c-78f0432bf078" providerId="ADAL" clId="{51810A46-95D3-42CD-B18B-535E537C0D3C}" dt="2024-10-03T13:32:38.887" v="3674" actId="1076"/>
        <pc:sldMkLst>
          <pc:docMk/>
          <pc:sldMk cId="141943882" sldId="268"/>
        </pc:sldMkLst>
        <pc:spChg chg="mod">
          <ac:chgData name="Jesper Rindom Jensen" userId="a310f5d1-ee7a-4c45-b82c-78f0432bf078" providerId="ADAL" clId="{51810A46-95D3-42CD-B18B-535E537C0D3C}" dt="2024-10-03T13:27:27.044" v="3506" actId="20577"/>
          <ac:spMkLst>
            <pc:docMk/>
            <pc:sldMk cId="141943882" sldId="268"/>
            <ac:spMk id="2" creationId="{AD92F538-09B2-1829-DBB2-8CAB504DEC7C}"/>
          </ac:spMkLst>
        </pc:spChg>
        <pc:spChg chg="mod">
          <ac:chgData name="Jesper Rindom Jensen" userId="a310f5d1-ee7a-4c45-b82c-78f0432bf078" providerId="ADAL" clId="{51810A46-95D3-42CD-B18B-535E537C0D3C}" dt="2024-10-03T13:31:25.064" v="3667" actId="114"/>
          <ac:spMkLst>
            <pc:docMk/>
            <pc:sldMk cId="141943882" sldId="268"/>
            <ac:spMk id="3" creationId="{21000554-0880-9A2A-F1ED-9B38854070EE}"/>
          </ac:spMkLst>
        </pc:spChg>
        <pc:picChg chg="mod">
          <ac:chgData name="Jesper Rindom Jensen" userId="a310f5d1-ee7a-4c45-b82c-78f0432bf078" providerId="ADAL" clId="{51810A46-95D3-42CD-B18B-535E537C0D3C}" dt="2024-10-03T13:29:42.591" v="3592" actId="1076"/>
          <ac:picMkLst>
            <pc:docMk/>
            <pc:sldMk cId="141943882" sldId="268"/>
            <ac:picMk id="5" creationId="{FB9A198F-9A15-38B7-111C-341BD05BAC3C}"/>
          </ac:picMkLst>
        </pc:picChg>
        <pc:picChg chg="mod">
          <ac:chgData name="Jesper Rindom Jensen" userId="a310f5d1-ee7a-4c45-b82c-78f0432bf078" providerId="ADAL" clId="{51810A46-95D3-42CD-B18B-535E537C0D3C}" dt="2024-10-03T13:32:38.887" v="3674" actId="1076"/>
          <ac:picMkLst>
            <pc:docMk/>
            <pc:sldMk cId="141943882" sldId="268"/>
            <ac:picMk id="7" creationId="{C2EBA322-D978-5EA1-AA4F-638073278B5A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3410791553" sldId="268"/>
        </pc:sldMkLst>
      </pc:sldChg>
      <pc:sldChg chg="addSp delSp modSp new mod">
        <pc:chgData name="Jesper Rindom Jensen" userId="a310f5d1-ee7a-4c45-b82c-78f0432bf078" providerId="ADAL" clId="{51810A46-95D3-42CD-B18B-535E537C0D3C}" dt="2024-10-03T13:38:48.105" v="3718" actId="22"/>
        <pc:sldMkLst>
          <pc:docMk/>
          <pc:sldMk cId="214815321" sldId="269"/>
        </pc:sldMkLst>
        <pc:spChg chg="mod">
          <ac:chgData name="Jesper Rindom Jensen" userId="a310f5d1-ee7a-4c45-b82c-78f0432bf078" providerId="ADAL" clId="{51810A46-95D3-42CD-B18B-535E537C0D3C}" dt="2024-10-03T13:35:31.852" v="3693" actId="20577"/>
          <ac:spMkLst>
            <pc:docMk/>
            <pc:sldMk cId="214815321" sldId="269"/>
            <ac:spMk id="2" creationId="{51E80380-C31C-5EEB-8CE9-F2A53A96C379}"/>
          </ac:spMkLst>
        </pc:spChg>
        <pc:spChg chg="del mod">
          <ac:chgData name="Jesper Rindom Jensen" userId="a310f5d1-ee7a-4c45-b82c-78f0432bf078" providerId="ADAL" clId="{51810A46-95D3-42CD-B18B-535E537C0D3C}" dt="2024-10-03T13:38:48.105" v="3718" actId="22"/>
          <ac:spMkLst>
            <pc:docMk/>
            <pc:sldMk cId="214815321" sldId="269"/>
            <ac:spMk id="3" creationId="{B8C63D44-1AF2-45FC-8BC4-795390702F91}"/>
          </ac:spMkLst>
        </pc:spChg>
        <pc:picChg chg="add mod ord">
          <ac:chgData name="Jesper Rindom Jensen" userId="a310f5d1-ee7a-4c45-b82c-78f0432bf078" providerId="ADAL" clId="{51810A46-95D3-42CD-B18B-535E537C0D3C}" dt="2024-10-03T13:38:48.105" v="3718" actId="22"/>
          <ac:picMkLst>
            <pc:docMk/>
            <pc:sldMk cId="214815321" sldId="269"/>
            <ac:picMk id="5" creationId="{CAF65756-E2B8-45F1-AA5C-E1C0612700D2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261269977" sldId="269"/>
        </pc:sldMkLst>
      </pc:sldChg>
      <pc:sldChg chg="delSp modSp new mod">
        <pc:chgData name="Jesper Rindom Jensen" userId="a310f5d1-ee7a-4c45-b82c-78f0432bf078" providerId="ADAL" clId="{51810A46-95D3-42CD-B18B-535E537C0D3C}" dt="2024-10-03T13:53:24.861" v="3871" actId="1076"/>
        <pc:sldMkLst>
          <pc:docMk/>
          <pc:sldMk cId="3514991515" sldId="270"/>
        </pc:sldMkLst>
        <pc:spChg chg="mod">
          <ac:chgData name="Jesper Rindom Jensen" userId="a310f5d1-ee7a-4c45-b82c-78f0432bf078" providerId="ADAL" clId="{51810A46-95D3-42CD-B18B-535E537C0D3C}" dt="2024-10-03T13:40:01.558" v="3742" actId="20577"/>
          <ac:spMkLst>
            <pc:docMk/>
            <pc:sldMk cId="3514991515" sldId="270"/>
            <ac:spMk id="2" creationId="{9B654EF3-A159-A2B4-B110-017B09F5906C}"/>
          </ac:spMkLst>
        </pc:spChg>
        <pc:spChg chg="mod">
          <ac:chgData name="Jesper Rindom Jensen" userId="a310f5d1-ee7a-4c45-b82c-78f0432bf078" providerId="ADAL" clId="{51810A46-95D3-42CD-B18B-535E537C0D3C}" dt="2024-10-03T13:42:25.770" v="3840" actId="114"/>
          <ac:spMkLst>
            <pc:docMk/>
            <pc:sldMk cId="3514991515" sldId="270"/>
            <ac:spMk id="3" creationId="{2C4FD8E5-844E-105D-AE63-50E49CA277B1}"/>
          </ac:spMkLst>
        </pc:spChg>
        <pc:picChg chg="mod">
          <ac:chgData name="Jesper Rindom Jensen" userId="a310f5d1-ee7a-4c45-b82c-78f0432bf078" providerId="ADAL" clId="{51810A46-95D3-42CD-B18B-535E537C0D3C}" dt="2024-10-03T13:41:19.379" v="3830" actId="1076"/>
          <ac:picMkLst>
            <pc:docMk/>
            <pc:sldMk cId="3514991515" sldId="270"/>
            <ac:picMk id="5" creationId="{B22BB278-5764-7DDD-D18F-2B7B2FE2AC2F}"/>
          </ac:picMkLst>
        </pc:picChg>
        <pc:picChg chg="del mod">
          <ac:chgData name="Jesper Rindom Jensen" userId="a310f5d1-ee7a-4c45-b82c-78f0432bf078" providerId="ADAL" clId="{51810A46-95D3-42CD-B18B-535E537C0D3C}" dt="2024-10-03T13:53:11.483" v="3859" actId="478"/>
          <ac:picMkLst>
            <pc:docMk/>
            <pc:sldMk cId="3514991515" sldId="270"/>
            <ac:picMk id="7" creationId="{5A7948E5-6C54-A35F-6CCC-FE4913D95DB7}"/>
          </ac:picMkLst>
        </pc:picChg>
        <pc:picChg chg="del mod ord">
          <ac:chgData name="Jesper Rindom Jensen" userId="a310f5d1-ee7a-4c45-b82c-78f0432bf078" providerId="ADAL" clId="{51810A46-95D3-42CD-B18B-535E537C0D3C}" dt="2024-10-03T13:53:19.136" v="3870" actId="478"/>
          <ac:picMkLst>
            <pc:docMk/>
            <pc:sldMk cId="3514991515" sldId="270"/>
            <ac:picMk id="9" creationId="{37A147DF-D974-3934-8E70-2BA4584A2067}"/>
          </ac:picMkLst>
        </pc:picChg>
        <pc:picChg chg="mod ord">
          <ac:chgData name="Jesper Rindom Jensen" userId="a310f5d1-ee7a-4c45-b82c-78f0432bf078" providerId="ADAL" clId="{51810A46-95D3-42CD-B18B-535E537C0D3C}" dt="2024-10-03T13:53:24.861" v="3871" actId="1076"/>
          <ac:picMkLst>
            <pc:docMk/>
            <pc:sldMk cId="3514991515" sldId="270"/>
            <ac:picMk id="11" creationId="{34C0F526-0F6E-87EC-FB93-2E1D1FE3D2F1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4273652790" sldId="270"/>
        </pc:sldMkLst>
      </pc:sldChg>
      <pc:sldChg chg="addSp delSp modSp new mod">
        <pc:chgData name="Jesper Rindom Jensen" userId="a310f5d1-ee7a-4c45-b82c-78f0432bf078" providerId="ADAL" clId="{51810A46-95D3-42CD-B18B-535E537C0D3C}" dt="2024-10-03T14:02:32.553" v="4128" actId="1076"/>
        <pc:sldMkLst>
          <pc:docMk/>
          <pc:sldMk cId="1269865980" sldId="271"/>
        </pc:sldMkLst>
        <pc:spChg chg="mod">
          <ac:chgData name="Jesper Rindom Jensen" userId="a310f5d1-ee7a-4c45-b82c-78f0432bf078" providerId="ADAL" clId="{51810A46-95D3-42CD-B18B-535E537C0D3C}" dt="2024-10-03T13:55:03.741" v="3902" actId="20577"/>
          <ac:spMkLst>
            <pc:docMk/>
            <pc:sldMk cId="1269865980" sldId="271"/>
            <ac:spMk id="2" creationId="{5D8035FC-C996-9889-00A4-17A42F4974A3}"/>
          </ac:spMkLst>
        </pc:spChg>
        <pc:spChg chg="mod">
          <ac:chgData name="Jesper Rindom Jensen" userId="a310f5d1-ee7a-4c45-b82c-78f0432bf078" providerId="ADAL" clId="{51810A46-95D3-42CD-B18B-535E537C0D3C}" dt="2024-10-03T13:59:19.316" v="4064" actId="20577"/>
          <ac:spMkLst>
            <pc:docMk/>
            <pc:sldMk cId="1269865980" sldId="271"/>
            <ac:spMk id="3" creationId="{6603060C-CDA0-D886-8A80-F5D73D0C7E93}"/>
          </ac:spMkLst>
        </pc:spChg>
        <pc:spChg chg="add mod">
          <ac:chgData name="Jesper Rindom Jensen" userId="a310f5d1-ee7a-4c45-b82c-78f0432bf078" providerId="ADAL" clId="{51810A46-95D3-42CD-B18B-535E537C0D3C}" dt="2024-10-03T13:58:59.117" v="4017" actId="207"/>
          <ac:spMkLst>
            <pc:docMk/>
            <pc:sldMk cId="1269865980" sldId="271"/>
            <ac:spMk id="8" creationId="{CA934B8A-C250-6FA4-C90A-EC82F1AE4639}"/>
          </ac:spMkLst>
        </pc:spChg>
        <pc:picChg chg="del mod">
          <ac:chgData name="Jesper Rindom Jensen" userId="a310f5d1-ee7a-4c45-b82c-78f0432bf078" providerId="ADAL" clId="{51810A46-95D3-42CD-B18B-535E537C0D3C}" dt="2024-10-03T14:00:40.934" v="4087" actId="478"/>
          <ac:picMkLst>
            <pc:docMk/>
            <pc:sldMk cId="1269865980" sldId="271"/>
            <ac:picMk id="5" creationId="{7D6F5F12-280E-D35F-151D-D60967760424}"/>
          </ac:picMkLst>
        </pc:picChg>
        <pc:picChg chg="del mod">
          <ac:chgData name="Jesper Rindom Jensen" userId="a310f5d1-ee7a-4c45-b82c-78f0432bf078" providerId="ADAL" clId="{51810A46-95D3-42CD-B18B-535E537C0D3C}" dt="2024-10-03T14:00:50.274" v="4102" actId="478"/>
          <ac:picMkLst>
            <pc:docMk/>
            <pc:sldMk cId="1269865980" sldId="271"/>
            <ac:picMk id="7" creationId="{FB1589D1-4638-C60B-D886-C909C373834B}"/>
          </ac:picMkLst>
        </pc:picChg>
        <pc:picChg chg="del mod">
          <ac:chgData name="Jesper Rindom Jensen" userId="a310f5d1-ee7a-4c45-b82c-78f0432bf078" providerId="ADAL" clId="{51810A46-95D3-42CD-B18B-535E537C0D3C}" dt="2024-10-03T14:02:21.338" v="4114" actId="478"/>
          <ac:picMkLst>
            <pc:docMk/>
            <pc:sldMk cId="1269865980" sldId="271"/>
            <ac:picMk id="13" creationId="{C215086A-99EC-DFCD-8141-6D20AB8E12F7}"/>
          </ac:picMkLst>
        </pc:picChg>
        <pc:picChg chg="mod ord">
          <ac:chgData name="Jesper Rindom Jensen" userId="a310f5d1-ee7a-4c45-b82c-78f0432bf078" providerId="ADAL" clId="{51810A46-95D3-42CD-B18B-535E537C0D3C}" dt="2024-10-03T14:00:40.933" v="4086" actId="108"/>
          <ac:picMkLst>
            <pc:docMk/>
            <pc:sldMk cId="1269865980" sldId="271"/>
            <ac:picMk id="15" creationId="{EB605E9B-3B29-5A0E-F250-B17C8B492765}"/>
          </ac:picMkLst>
        </pc:picChg>
        <pc:picChg chg="mod ord">
          <ac:chgData name="Jesper Rindom Jensen" userId="a310f5d1-ee7a-4c45-b82c-78f0432bf078" providerId="ADAL" clId="{51810A46-95D3-42CD-B18B-535E537C0D3C}" dt="2024-10-03T14:00:50.273" v="4101" actId="108"/>
          <ac:picMkLst>
            <pc:docMk/>
            <pc:sldMk cId="1269865980" sldId="271"/>
            <ac:picMk id="17" creationId="{42CEA787-4A2A-065A-7A65-9DD2A473B1A5}"/>
          </ac:picMkLst>
        </pc:picChg>
        <pc:picChg chg="del mod ord">
          <ac:chgData name="Jesper Rindom Jensen" userId="a310f5d1-ee7a-4c45-b82c-78f0432bf078" providerId="ADAL" clId="{51810A46-95D3-42CD-B18B-535E537C0D3C}" dt="2024-10-03T14:02:28.799" v="4127" actId="478"/>
          <ac:picMkLst>
            <pc:docMk/>
            <pc:sldMk cId="1269865980" sldId="271"/>
            <ac:picMk id="19" creationId="{6A07A38E-D47C-C1DF-46CB-AEB610DD1E52}"/>
          </ac:picMkLst>
        </pc:picChg>
        <pc:picChg chg="mod ord">
          <ac:chgData name="Jesper Rindom Jensen" userId="a310f5d1-ee7a-4c45-b82c-78f0432bf078" providerId="ADAL" clId="{51810A46-95D3-42CD-B18B-535E537C0D3C}" dt="2024-10-03T14:02:32.553" v="4128" actId="1076"/>
          <ac:picMkLst>
            <pc:docMk/>
            <pc:sldMk cId="1269865980" sldId="271"/>
            <ac:picMk id="21" creationId="{A9924B14-C789-76EB-23D6-E96498D4E6E0}"/>
          </ac:picMkLst>
        </pc:picChg>
        <pc:cxnChg chg="add mod">
          <ac:chgData name="Jesper Rindom Jensen" userId="a310f5d1-ee7a-4c45-b82c-78f0432bf078" providerId="ADAL" clId="{51810A46-95D3-42CD-B18B-535E537C0D3C}" dt="2024-10-03T13:58:55.676" v="4016" actId="208"/>
          <ac:cxnSpMkLst>
            <pc:docMk/>
            <pc:sldMk cId="1269865980" sldId="271"/>
            <ac:cxnSpMk id="10" creationId="{9A3D23A5-49CA-A6A4-3BFC-5FB407222100}"/>
          </ac:cxnSpMkLst>
        </pc:cxn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4178760890" sldId="271"/>
        </pc:sldMkLst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1947175125" sldId="272"/>
        </pc:sldMkLst>
      </pc:sldChg>
      <pc:sldChg chg="delSp modSp new mod">
        <pc:chgData name="Jesper Rindom Jensen" userId="a310f5d1-ee7a-4c45-b82c-78f0432bf078" providerId="ADAL" clId="{51810A46-95D3-42CD-B18B-535E537C0D3C}" dt="2024-10-03T14:37:12.708" v="4349" actId="478"/>
        <pc:sldMkLst>
          <pc:docMk/>
          <pc:sldMk cId="3466632868" sldId="272"/>
        </pc:sldMkLst>
        <pc:spChg chg="mod">
          <ac:chgData name="Jesper Rindom Jensen" userId="a310f5d1-ee7a-4c45-b82c-78f0432bf078" providerId="ADAL" clId="{51810A46-95D3-42CD-B18B-535E537C0D3C}" dt="2024-10-03T14:06:57.912" v="4154" actId="20577"/>
          <ac:spMkLst>
            <pc:docMk/>
            <pc:sldMk cId="3466632868" sldId="272"/>
            <ac:spMk id="2" creationId="{B6C65698-F32F-FA6B-2C63-F02632F7373F}"/>
          </ac:spMkLst>
        </pc:spChg>
        <pc:spChg chg="mod">
          <ac:chgData name="Jesper Rindom Jensen" userId="a310f5d1-ee7a-4c45-b82c-78f0432bf078" providerId="ADAL" clId="{51810A46-95D3-42CD-B18B-535E537C0D3C}" dt="2024-10-03T14:11:46.417" v="4281" actId="20577"/>
          <ac:spMkLst>
            <pc:docMk/>
            <pc:sldMk cId="3466632868" sldId="272"/>
            <ac:spMk id="3" creationId="{BAA06D23-6CAB-9BC4-1F8E-50C9EB9BEF9B}"/>
          </ac:spMkLst>
        </pc:spChg>
        <pc:picChg chg="mod">
          <ac:chgData name="Jesper Rindom Jensen" userId="a310f5d1-ee7a-4c45-b82c-78f0432bf078" providerId="ADAL" clId="{51810A46-95D3-42CD-B18B-535E537C0D3C}" dt="2024-10-03T14:11:37.582" v="4267" actId="1076"/>
          <ac:picMkLst>
            <pc:docMk/>
            <pc:sldMk cId="3466632868" sldId="272"/>
            <ac:picMk id="5" creationId="{40966A87-21B0-B234-DBB8-871D8102E5EC}"/>
          </ac:picMkLst>
        </pc:picChg>
        <pc:picChg chg="del mod">
          <ac:chgData name="Jesper Rindom Jensen" userId="a310f5d1-ee7a-4c45-b82c-78f0432bf078" providerId="ADAL" clId="{51810A46-95D3-42CD-B18B-535E537C0D3C}" dt="2024-10-03T14:33:31.910" v="4300" actId="478"/>
          <ac:picMkLst>
            <pc:docMk/>
            <pc:sldMk cId="3466632868" sldId="272"/>
            <ac:picMk id="7" creationId="{C6738E60-78E4-9926-D126-AF326D7F1796}"/>
          </ac:picMkLst>
        </pc:picChg>
        <pc:picChg chg="del mod ord">
          <ac:chgData name="Jesper Rindom Jensen" userId="a310f5d1-ee7a-4c45-b82c-78f0432bf078" providerId="ADAL" clId="{51810A46-95D3-42CD-B18B-535E537C0D3C}" dt="2024-10-03T14:35:14.259" v="4312" actId="478"/>
          <ac:picMkLst>
            <pc:docMk/>
            <pc:sldMk cId="3466632868" sldId="272"/>
            <ac:picMk id="9" creationId="{DEF5C812-5DA9-16E9-97B5-4003C02E3117}"/>
          </ac:picMkLst>
        </pc:picChg>
        <pc:picChg chg="del mod ord">
          <ac:chgData name="Jesper Rindom Jensen" userId="a310f5d1-ee7a-4c45-b82c-78f0432bf078" providerId="ADAL" clId="{51810A46-95D3-42CD-B18B-535E537C0D3C}" dt="2024-10-03T14:35:40.937" v="4324" actId="478"/>
          <ac:picMkLst>
            <pc:docMk/>
            <pc:sldMk cId="3466632868" sldId="272"/>
            <ac:picMk id="11" creationId="{F0C0A58E-B4CB-C5FF-ADD7-50C23DEBDCA8}"/>
          </ac:picMkLst>
        </pc:picChg>
        <pc:picChg chg="del mod ord">
          <ac:chgData name="Jesper Rindom Jensen" userId="a310f5d1-ee7a-4c45-b82c-78f0432bf078" providerId="ADAL" clId="{51810A46-95D3-42CD-B18B-535E537C0D3C}" dt="2024-10-03T14:36:26.666" v="4337" actId="478"/>
          <ac:picMkLst>
            <pc:docMk/>
            <pc:sldMk cId="3466632868" sldId="272"/>
            <ac:picMk id="13" creationId="{40E49340-29B0-6436-28C6-C505B7DCE63B}"/>
          </ac:picMkLst>
        </pc:picChg>
        <pc:picChg chg="del mod ord">
          <ac:chgData name="Jesper Rindom Jensen" userId="a310f5d1-ee7a-4c45-b82c-78f0432bf078" providerId="ADAL" clId="{51810A46-95D3-42CD-B18B-535E537C0D3C}" dt="2024-10-03T14:37:12.708" v="4349" actId="478"/>
          <ac:picMkLst>
            <pc:docMk/>
            <pc:sldMk cId="3466632868" sldId="272"/>
            <ac:picMk id="15" creationId="{8067062D-56B2-29BA-134A-081043BD84BC}"/>
          </ac:picMkLst>
        </pc:picChg>
        <pc:picChg chg="mod ord">
          <ac:chgData name="Jesper Rindom Jensen" userId="a310f5d1-ee7a-4c45-b82c-78f0432bf078" providerId="ADAL" clId="{51810A46-95D3-42CD-B18B-535E537C0D3C}" dt="2024-10-03T14:37:12.707" v="4348" actId="108"/>
          <ac:picMkLst>
            <pc:docMk/>
            <pc:sldMk cId="3466632868" sldId="272"/>
            <ac:picMk id="17" creationId="{B8074134-CBFB-3E68-C306-6069B0995514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569005556" sldId="273"/>
        </pc:sldMkLst>
      </pc:sldChg>
      <pc:sldChg chg="addSp delSp modSp new mod">
        <pc:chgData name="Jesper Rindom Jensen" userId="a310f5d1-ee7a-4c45-b82c-78f0432bf078" providerId="ADAL" clId="{51810A46-95D3-42CD-B18B-535E537C0D3C}" dt="2024-10-03T14:44:20.623" v="4415" actId="1076"/>
        <pc:sldMkLst>
          <pc:docMk/>
          <pc:sldMk cId="1836114569" sldId="273"/>
        </pc:sldMkLst>
        <pc:spChg chg="mod">
          <ac:chgData name="Jesper Rindom Jensen" userId="a310f5d1-ee7a-4c45-b82c-78f0432bf078" providerId="ADAL" clId="{51810A46-95D3-42CD-B18B-535E537C0D3C}" dt="2024-10-03T14:37:45.968" v="4375" actId="20577"/>
          <ac:spMkLst>
            <pc:docMk/>
            <pc:sldMk cId="1836114569" sldId="273"/>
            <ac:spMk id="2" creationId="{AF179A01-60AB-CECB-84DF-922949745A1E}"/>
          </ac:spMkLst>
        </pc:spChg>
        <pc:spChg chg="mod">
          <ac:chgData name="Jesper Rindom Jensen" userId="a310f5d1-ee7a-4c45-b82c-78f0432bf078" providerId="ADAL" clId="{51810A46-95D3-42CD-B18B-535E537C0D3C}" dt="2024-10-03T14:41:49.899" v="4393" actId="113"/>
          <ac:spMkLst>
            <pc:docMk/>
            <pc:sldMk cId="1836114569" sldId="273"/>
            <ac:spMk id="3" creationId="{DDA84869-FC51-CFD3-9ED0-323A77B92C23}"/>
          </ac:spMkLst>
        </pc:spChg>
        <pc:picChg chg="mod">
          <ac:chgData name="Jesper Rindom Jensen" userId="a310f5d1-ee7a-4c45-b82c-78f0432bf078" providerId="ADAL" clId="{51810A46-95D3-42CD-B18B-535E537C0D3C}" dt="2024-10-03T14:43:31.433" v="4400" actId="1076"/>
          <ac:picMkLst>
            <pc:docMk/>
            <pc:sldMk cId="1836114569" sldId="273"/>
            <ac:picMk id="5" creationId="{48BD8676-0C4C-FEBD-D19A-080C2207E4C9}"/>
          </ac:picMkLst>
        </pc:picChg>
        <pc:picChg chg="add del mod">
          <ac:chgData name="Jesper Rindom Jensen" userId="a310f5d1-ee7a-4c45-b82c-78f0432bf078" providerId="ADAL" clId="{51810A46-95D3-42CD-B18B-535E537C0D3C}" dt="2024-10-03T14:44:17.173" v="4414" actId="478"/>
          <ac:picMkLst>
            <pc:docMk/>
            <pc:sldMk cId="1836114569" sldId="273"/>
            <ac:picMk id="6" creationId="{11DAFA48-07BE-15FF-0E8A-D33E5E19DDED}"/>
          </ac:picMkLst>
        </pc:picChg>
        <pc:picChg chg="mod ord">
          <ac:chgData name="Jesper Rindom Jensen" userId="a310f5d1-ee7a-4c45-b82c-78f0432bf078" providerId="ADAL" clId="{51810A46-95D3-42CD-B18B-535E537C0D3C}" dt="2024-10-03T14:44:20.623" v="4415" actId="1076"/>
          <ac:picMkLst>
            <pc:docMk/>
            <pc:sldMk cId="1836114569" sldId="273"/>
            <ac:picMk id="8" creationId="{5E4DA818-FB8F-3833-EEF9-0893E0FCCFFD}"/>
          </ac:picMkLst>
        </pc:picChg>
      </pc:sldChg>
      <pc:sldChg chg="addSp delSp modSp new mod setBg">
        <pc:chgData name="Jesper Rindom Jensen" userId="a310f5d1-ee7a-4c45-b82c-78f0432bf078" providerId="ADAL" clId="{51810A46-95D3-42CD-B18B-535E537C0D3C}" dt="2024-10-03T14:45:00.545" v="4426" actId="27614"/>
        <pc:sldMkLst>
          <pc:docMk/>
          <pc:sldMk cId="1307922022" sldId="274"/>
        </pc:sldMkLst>
        <pc:spChg chg="mod">
          <ac:chgData name="Jesper Rindom Jensen" userId="a310f5d1-ee7a-4c45-b82c-78f0432bf078" providerId="ADAL" clId="{51810A46-95D3-42CD-B18B-535E537C0D3C}" dt="2024-10-03T14:44:48.848" v="4425" actId="26606"/>
          <ac:spMkLst>
            <pc:docMk/>
            <pc:sldMk cId="1307922022" sldId="274"/>
            <ac:spMk id="2" creationId="{75FE3CFE-BA12-5F0A-B762-47C9FB368156}"/>
          </ac:spMkLst>
        </pc:spChg>
        <pc:spChg chg="del">
          <ac:chgData name="Jesper Rindom Jensen" userId="a310f5d1-ee7a-4c45-b82c-78f0432bf078" providerId="ADAL" clId="{51810A46-95D3-42CD-B18B-535E537C0D3C}" dt="2024-10-03T14:44:44.720" v="4424" actId="22"/>
          <ac:spMkLst>
            <pc:docMk/>
            <pc:sldMk cId="1307922022" sldId="274"/>
            <ac:spMk id="3" creationId="{6E7B9CD0-4955-0CCB-AB73-1554C62D388B}"/>
          </ac:spMkLst>
        </pc:spChg>
        <pc:spChg chg="add">
          <ac:chgData name="Jesper Rindom Jensen" userId="a310f5d1-ee7a-4c45-b82c-78f0432bf078" providerId="ADAL" clId="{51810A46-95D3-42CD-B18B-535E537C0D3C}" dt="2024-10-03T14:44:48.848" v="4425" actId="26606"/>
          <ac:spMkLst>
            <pc:docMk/>
            <pc:sldMk cId="1307922022" sldId="274"/>
            <ac:spMk id="10" creationId="{D4771268-CB57-404A-9271-370EB28F6090}"/>
          </ac:spMkLst>
        </pc:spChg>
        <pc:picChg chg="add mod ord">
          <ac:chgData name="Jesper Rindom Jensen" userId="a310f5d1-ee7a-4c45-b82c-78f0432bf078" providerId="ADAL" clId="{51810A46-95D3-42CD-B18B-535E537C0D3C}" dt="2024-10-03T14:45:00.545" v="4426" actId="27614"/>
          <ac:picMkLst>
            <pc:docMk/>
            <pc:sldMk cId="1307922022" sldId="274"/>
            <ac:picMk id="5" creationId="{B50C32BF-4671-375C-5F37-415FF73DA427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2267547721" sldId="274"/>
        </pc:sldMkLst>
      </pc:sldChg>
      <pc:sldChg chg="addSp modSp new mod setBg">
        <pc:chgData name="Jesper Rindom Jensen" userId="a310f5d1-ee7a-4c45-b82c-78f0432bf078" providerId="ADAL" clId="{51810A46-95D3-42CD-B18B-535E537C0D3C}" dt="2024-10-03T14:48:22.768" v="4733" actId="255"/>
        <pc:sldMkLst>
          <pc:docMk/>
          <pc:sldMk cId="784053538" sldId="275"/>
        </pc:sldMkLst>
        <pc:spChg chg="mod">
          <ac:chgData name="Jesper Rindom Jensen" userId="a310f5d1-ee7a-4c45-b82c-78f0432bf078" providerId="ADAL" clId="{51810A46-95D3-42CD-B18B-535E537C0D3C}" dt="2024-10-03T14:48:03.586" v="4732" actId="26606"/>
          <ac:spMkLst>
            <pc:docMk/>
            <pc:sldMk cId="784053538" sldId="275"/>
            <ac:spMk id="2" creationId="{02396C6E-958E-7841-731B-F16FD6AFFBCD}"/>
          </ac:spMkLst>
        </pc:spChg>
        <pc:spChg chg="mod">
          <ac:chgData name="Jesper Rindom Jensen" userId="a310f5d1-ee7a-4c45-b82c-78f0432bf078" providerId="ADAL" clId="{51810A46-95D3-42CD-B18B-535E537C0D3C}" dt="2024-10-03T14:48:22.768" v="4733" actId="255"/>
          <ac:spMkLst>
            <pc:docMk/>
            <pc:sldMk cId="784053538" sldId="275"/>
            <ac:spMk id="3" creationId="{6168C78D-15A4-DEF4-26A4-0D0D38CC21B9}"/>
          </ac:spMkLst>
        </pc:spChg>
        <pc:spChg chg="add">
          <ac:chgData name="Jesper Rindom Jensen" userId="a310f5d1-ee7a-4c45-b82c-78f0432bf078" providerId="ADAL" clId="{51810A46-95D3-42CD-B18B-535E537C0D3C}" dt="2024-10-03T14:48:03.586" v="4732" actId="26606"/>
          <ac:spMkLst>
            <pc:docMk/>
            <pc:sldMk cId="784053538" sldId="275"/>
            <ac:spMk id="14" creationId="{AD96FDFD-4E42-4A06-B8B5-768A1DB9C2A9}"/>
          </ac:spMkLst>
        </pc:spChg>
        <pc:picChg chg="add mod ord">
          <ac:chgData name="Jesper Rindom Jensen" userId="a310f5d1-ee7a-4c45-b82c-78f0432bf078" providerId="ADAL" clId="{51810A46-95D3-42CD-B18B-535E537C0D3C}" dt="2024-10-03T14:48:03.586" v="4732" actId="26606"/>
          <ac:picMkLst>
            <pc:docMk/>
            <pc:sldMk cId="784053538" sldId="275"/>
            <ac:picMk id="5" creationId="{A74F6740-90D9-1FC4-2C7A-5602A9AC6595}"/>
          </ac:picMkLst>
        </pc:picChg>
        <pc:picChg chg="add mod">
          <ac:chgData name="Jesper Rindom Jensen" userId="a310f5d1-ee7a-4c45-b82c-78f0432bf078" providerId="ADAL" clId="{51810A46-95D3-42CD-B18B-535E537C0D3C}" dt="2024-10-03T14:48:03.586" v="4732" actId="26606"/>
          <ac:picMkLst>
            <pc:docMk/>
            <pc:sldMk cId="784053538" sldId="275"/>
            <ac:picMk id="7" creationId="{1A83EF8B-5507-7490-EE80-6061C1660811}"/>
          </ac:picMkLst>
        </pc:picChg>
        <pc:picChg chg="add mod">
          <ac:chgData name="Jesper Rindom Jensen" userId="a310f5d1-ee7a-4c45-b82c-78f0432bf078" providerId="ADAL" clId="{51810A46-95D3-42CD-B18B-535E537C0D3C}" dt="2024-10-03T14:48:03.586" v="4732" actId="26606"/>
          <ac:picMkLst>
            <pc:docMk/>
            <pc:sldMk cId="784053538" sldId="275"/>
            <ac:picMk id="9" creationId="{F1C75723-D4C9-5813-DA4F-8201C6FA5F8B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4067421279" sldId="275"/>
        </pc:sldMkLst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1986954977" sldId="276"/>
        </pc:sldMkLst>
      </pc:sldChg>
      <pc:sldChg chg="addSp delSp modSp new mod">
        <pc:chgData name="Jesper Rindom Jensen" userId="a310f5d1-ee7a-4c45-b82c-78f0432bf078" providerId="ADAL" clId="{51810A46-95D3-42CD-B18B-535E537C0D3C}" dt="2024-10-04T06:23:04.352" v="5049" actId="14100"/>
        <pc:sldMkLst>
          <pc:docMk/>
          <pc:sldMk cId="3490624118" sldId="276"/>
        </pc:sldMkLst>
        <pc:spChg chg="mod">
          <ac:chgData name="Jesper Rindom Jensen" userId="a310f5d1-ee7a-4c45-b82c-78f0432bf078" providerId="ADAL" clId="{51810A46-95D3-42CD-B18B-535E537C0D3C}" dt="2024-10-04T06:14:52.598" v="4765" actId="20577"/>
          <ac:spMkLst>
            <pc:docMk/>
            <pc:sldMk cId="3490624118" sldId="276"/>
            <ac:spMk id="2" creationId="{4B632B83-9365-6A43-EC77-E59E224E1B5E}"/>
          </ac:spMkLst>
        </pc:spChg>
        <pc:spChg chg="mod">
          <ac:chgData name="Jesper Rindom Jensen" userId="a310f5d1-ee7a-4c45-b82c-78f0432bf078" providerId="ADAL" clId="{51810A46-95D3-42CD-B18B-535E537C0D3C}" dt="2024-10-04T06:17:19.074" v="4966" actId="1076"/>
          <ac:spMkLst>
            <pc:docMk/>
            <pc:sldMk cId="3490624118" sldId="276"/>
            <ac:spMk id="3" creationId="{E1480005-D1EF-AF1B-1617-2779F17AC4FA}"/>
          </ac:spMkLst>
        </pc:spChg>
        <pc:spChg chg="add mod">
          <ac:chgData name="Jesper Rindom Jensen" userId="a310f5d1-ee7a-4c45-b82c-78f0432bf078" providerId="ADAL" clId="{51810A46-95D3-42CD-B18B-535E537C0D3C}" dt="2024-10-04T06:22:26.835" v="5004" actId="1076"/>
          <ac:spMkLst>
            <pc:docMk/>
            <pc:sldMk cId="3490624118" sldId="276"/>
            <ac:spMk id="10" creationId="{FC850F03-AAE5-5DCD-304B-93FCE87A2074}"/>
          </ac:spMkLst>
        </pc:spChg>
        <pc:spChg chg="add mod">
          <ac:chgData name="Jesper Rindom Jensen" userId="a310f5d1-ee7a-4c45-b82c-78f0432bf078" providerId="ADAL" clId="{51810A46-95D3-42CD-B18B-535E537C0D3C}" dt="2024-10-04T06:22:44.476" v="5022" actId="14100"/>
          <ac:spMkLst>
            <pc:docMk/>
            <pc:sldMk cId="3490624118" sldId="276"/>
            <ac:spMk id="11" creationId="{C7DFBA2D-5D02-4207-586F-5CE53296C86B}"/>
          </ac:spMkLst>
        </pc:spChg>
        <pc:spChg chg="add mod">
          <ac:chgData name="Jesper Rindom Jensen" userId="a310f5d1-ee7a-4c45-b82c-78f0432bf078" providerId="ADAL" clId="{51810A46-95D3-42CD-B18B-535E537C0D3C}" dt="2024-10-04T06:23:04.352" v="5049" actId="14100"/>
          <ac:spMkLst>
            <pc:docMk/>
            <pc:sldMk cId="3490624118" sldId="276"/>
            <ac:spMk id="12" creationId="{B4614720-AFFC-19D8-40D7-80D935F484EE}"/>
          </ac:spMkLst>
        </pc:spChg>
        <pc:picChg chg="add mod">
          <ac:chgData name="Jesper Rindom Jensen" userId="a310f5d1-ee7a-4c45-b82c-78f0432bf078" providerId="ADAL" clId="{51810A46-95D3-42CD-B18B-535E537C0D3C}" dt="2024-10-04T06:21:51.771" v="4978" actId="1076"/>
          <ac:picMkLst>
            <pc:docMk/>
            <pc:sldMk cId="3490624118" sldId="276"/>
            <ac:picMk id="5" creationId="{E0CB6071-EEDB-7376-29A2-D2BFB9B2A8C7}"/>
          </ac:picMkLst>
        </pc:picChg>
        <pc:picChg chg="add mod">
          <ac:chgData name="Jesper Rindom Jensen" userId="a310f5d1-ee7a-4c45-b82c-78f0432bf078" providerId="ADAL" clId="{51810A46-95D3-42CD-B18B-535E537C0D3C}" dt="2024-10-04T06:21:43.605" v="4975" actId="1076"/>
          <ac:picMkLst>
            <pc:docMk/>
            <pc:sldMk cId="3490624118" sldId="276"/>
            <ac:picMk id="7" creationId="{A2CD18C7-6216-D477-1B7B-9BCCCE2DE405}"/>
          </ac:picMkLst>
        </pc:picChg>
        <pc:picChg chg="add del mod">
          <ac:chgData name="Jesper Rindom Jensen" userId="a310f5d1-ee7a-4c45-b82c-78f0432bf078" providerId="ADAL" clId="{51810A46-95D3-42CD-B18B-535E537C0D3C}" dt="2024-10-04T06:17:37.784" v="4969" actId="478"/>
          <ac:picMkLst>
            <pc:docMk/>
            <pc:sldMk cId="3490624118" sldId="276"/>
            <ac:picMk id="9" creationId="{C67275FF-7094-1B77-2581-975CB876F764}"/>
          </ac:picMkLst>
        </pc:picChg>
        <pc:picChg chg="add mod">
          <ac:chgData name="Jesper Rindom Jensen" userId="a310f5d1-ee7a-4c45-b82c-78f0432bf078" providerId="ADAL" clId="{51810A46-95D3-42CD-B18B-535E537C0D3C}" dt="2024-10-04T06:21:56.737" v="4979" actId="1076"/>
          <ac:picMkLst>
            <pc:docMk/>
            <pc:sldMk cId="3490624118" sldId="276"/>
            <ac:picMk id="1026" creationId="{79CA75B4-8C70-64E0-B48E-3FAAB71B49E5}"/>
          </ac:picMkLst>
        </pc:picChg>
      </pc:sldChg>
      <pc:sldChg chg="addSp modSp new mod">
        <pc:chgData name="Jesper Rindom Jensen" userId="a310f5d1-ee7a-4c45-b82c-78f0432bf078" providerId="ADAL" clId="{51810A46-95D3-42CD-B18B-535E537C0D3C}" dt="2024-10-04T06:27:21.443" v="5348" actId="1076"/>
        <pc:sldMkLst>
          <pc:docMk/>
          <pc:sldMk cId="2528891492" sldId="277"/>
        </pc:sldMkLst>
        <pc:spChg chg="mod">
          <ac:chgData name="Jesper Rindom Jensen" userId="a310f5d1-ee7a-4c45-b82c-78f0432bf078" providerId="ADAL" clId="{51810A46-95D3-42CD-B18B-535E537C0D3C}" dt="2024-10-04T06:23:43.012" v="5059"/>
          <ac:spMkLst>
            <pc:docMk/>
            <pc:sldMk cId="2528891492" sldId="277"/>
            <ac:spMk id="2" creationId="{21A8CC71-8755-7189-71B6-955AF739F14F}"/>
          </ac:spMkLst>
        </pc:spChg>
        <pc:spChg chg="mod">
          <ac:chgData name="Jesper Rindom Jensen" userId="a310f5d1-ee7a-4c45-b82c-78f0432bf078" providerId="ADAL" clId="{51810A46-95D3-42CD-B18B-535E537C0D3C}" dt="2024-10-04T06:27:05.457" v="5346" actId="114"/>
          <ac:spMkLst>
            <pc:docMk/>
            <pc:sldMk cId="2528891492" sldId="277"/>
            <ac:spMk id="3" creationId="{63A32DDE-40B1-C4E8-7D64-9AD8758281D1}"/>
          </ac:spMkLst>
        </pc:spChg>
        <pc:picChg chg="add mod">
          <ac:chgData name="Jesper Rindom Jensen" userId="a310f5d1-ee7a-4c45-b82c-78f0432bf078" providerId="ADAL" clId="{51810A46-95D3-42CD-B18B-535E537C0D3C}" dt="2024-10-04T06:27:21.443" v="5348" actId="1076"/>
          <ac:picMkLst>
            <pc:docMk/>
            <pc:sldMk cId="2528891492" sldId="277"/>
            <ac:picMk id="5" creationId="{BB45E085-DC4C-249A-2EBE-D961BC771515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3661995934" sldId="277"/>
        </pc:sldMkLst>
      </pc:sldChg>
      <pc:sldChg chg="addSp delSp modSp new mod">
        <pc:chgData name="Jesper Rindom Jensen" userId="a310f5d1-ee7a-4c45-b82c-78f0432bf078" providerId="ADAL" clId="{51810A46-95D3-42CD-B18B-535E537C0D3C}" dt="2024-10-04T06:51:15.320" v="5810" actId="1076"/>
        <pc:sldMkLst>
          <pc:docMk/>
          <pc:sldMk cId="1215949089" sldId="278"/>
        </pc:sldMkLst>
        <pc:spChg chg="mod">
          <ac:chgData name="Jesper Rindom Jensen" userId="a310f5d1-ee7a-4c45-b82c-78f0432bf078" providerId="ADAL" clId="{51810A46-95D3-42CD-B18B-535E537C0D3C}" dt="2024-10-04T06:27:41.684" v="5393" actId="20577"/>
          <ac:spMkLst>
            <pc:docMk/>
            <pc:sldMk cId="1215949089" sldId="278"/>
            <ac:spMk id="2" creationId="{20779DB3-E30F-8546-9FC2-8EED354BA70E}"/>
          </ac:spMkLst>
        </pc:spChg>
        <pc:spChg chg="mod">
          <ac:chgData name="Jesper Rindom Jensen" userId="a310f5d1-ee7a-4c45-b82c-78f0432bf078" providerId="ADAL" clId="{51810A46-95D3-42CD-B18B-535E537C0D3C}" dt="2024-10-04T06:49:53.538" v="5764" actId="113"/>
          <ac:spMkLst>
            <pc:docMk/>
            <pc:sldMk cId="1215949089" sldId="278"/>
            <ac:spMk id="3" creationId="{335949A4-AB9B-AD2C-E175-AE1BC871BF49}"/>
          </ac:spMkLst>
        </pc:spChg>
        <pc:spChg chg="add mod">
          <ac:chgData name="Jesper Rindom Jensen" userId="a310f5d1-ee7a-4c45-b82c-78f0432bf078" providerId="ADAL" clId="{51810A46-95D3-42CD-B18B-535E537C0D3C}" dt="2024-10-04T06:51:15.320" v="5810" actId="1076"/>
          <ac:spMkLst>
            <pc:docMk/>
            <pc:sldMk cId="1215949089" sldId="278"/>
            <ac:spMk id="26" creationId="{D3D88BCF-6773-93F7-AB6E-2435F9F69969}"/>
          </ac:spMkLst>
        </pc:spChg>
        <pc:picChg chg="del mod">
          <ac:chgData name="Jesper Rindom Jensen" userId="a310f5d1-ee7a-4c45-b82c-78f0432bf078" providerId="ADAL" clId="{51810A46-95D3-42CD-B18B-535E537C0D3C}" dt="2024-10-04T06:37:36.144" v="5636" actId="478"/>
          <ac:picMkLst>
            <pc:docMk/>
            <pc:sldMk cId="1215949089" sldId="278"/>
            <ac:picMk id="5" creationId="{8AF1B38B-DC74-1368-9CE6-166AC1FB1A5E}"/>
          </ac:picMkLst>
        </pc:picChg>
        <pc:picChg chg="del mod ord">
          <ac:chgData name="Jesper Rindom Jensen" userId="a310f5d1-ee7a-4c45-b82c-78f0432bf078" providerId="ADAL" clId="{51810A46-95D3-42CD-B18B-535E537C0D3C}" dt="2024-10-04T06:41:03.917" v="5648" actId="478"/>
          <ac:picMkLst>
            <pc:docMk/>
            <pc:sldMk cId="1215949089" sldId="278"/>
            <ac:picMk id="7" creationId="{73621748-CD6F-55B8-D5DB-5A6B53BA5477}"/>
          </ac:picMkLst>
        </pc:picChg>
        <pc:picChg chg="del mod ord">
          <ac:chgData name="Jesper Rindom Jensen" userId="a310f5d1-ee7a-4c45-b82c-78f0432bf078" providerId="ADAL" clId="{51810A46-95D3-42CD-B18B-535E537C0D3C}" dt="2024-10-04T06:43:44.879" v="5661" actId="478"/>
          <ac:picMkLst>
            <pc:docMk/>
            <pc:sldMk cId="1215949089" sldId="278"/>
            <ac:picMk id="9" creationId="{7CEA2DF3-903E-24A9-999D-A18B940930D7}"/>
          </ac:picMkLst>
        </pc:picChg>
        <pc:picChg chg="del mod ord">
          <ac:chgData name="Jesper Rindom Jensen" userId="a310f5d1-ee7a-4c45-b82c-78f0432bf078" providerId="ADAL" clId="{51810A46-95D3-42CD-B18B-535E537C0D3C}" dt="2024-10-04T06:43:59.541" v="5672" actId="478"/>
          <ac:picMkLst>
            <pc:docMk/>
            <pc:sldMk cId="1215949089" sldId="278"/>
            <ac:picMk id="11" creationId="{5A2541AF-BC95-DF95-C4AE-0B4EFA66DF78}"/>
          </ac:picMkLst>
        </pc:picChg>
        <pc:picChg chg="del mod ord">
          <ac:chgData name="Jesper Rindom Jensen" userId="a310f5d1-ee7a-4c45-b82c-78f0432bf078" providerId="ADAL" clId="{51810A46-95D3-42CD-B18B-535E537C0D3C}" dt="2024-10-04T06:45:48.928" v="5695" actId="478"/>
          <ac:picMkLst>
            <pc:docMk/>
            <pc:sldMk cId="1215949089" sldId="278"/>
            <ac:picMk id="13" creationId="{930F8938-6C2E-05DF-A355-700FF7808708}"/>
          </ac:picMkLst>
        </pc:picChg>
        <pc:picChg chg="del mod">
          <ac:chgData name="Jesper Rindom Jensen" userId="a310f5d1-ee7a-4c45-b82c-78f0432bf078" providerId="ADAL" clId="{51810A46-95D3-42CD-B18B-535E537C0D3C}" dt="2024-10-04T06:48:04.516" v="5708" actId="478"/>
          <ac:picMkLst>
            <pc:docMk/>
            <pc:sldMk cId="1215949089" sldId="278"/>
            <ac:picMk id="15" creationId="{CDE5770D-2801-8229-59C7-FFC4088B655E}"/>
          </ac:picMkLst>
        </pc:picChg>
        <pc:picChg chg="del mod ord">
          <ac:chgData name="Jesper Rindom Jensen" userId="a310f5d1-ee7a-4c45-b82c-78f0432bf078" providerId="ADAL" clId="{51810A46-95D3-42CD-B18B-535E537C0D3C}" dt="2024-10-04T06:48:28.314" v="5721" actId="478"/>
          <ac:picMkLst>
            <pc:docMk/>
            <pc:sldMk cId="1215949089" sldId="278"/>
            <ac:picMk id="17" creationId="{B42D3D1F-430A-6A1E-4FAE-E7D2B6E9BF64}"/>
          </ac:picMkLst>
        </pc:picChg>
        <pc:picChg chg="del mod ord">
          <ac:chgData name="Jesper Rindom Jensen" userId="a310f5d1-ee7a-4c45-b82c-78f0432bf078" providerId="ADAL" clId="{51810A46-95D3-42CD-B18B-535E537C0D3C}" dt="2024-10-04T06:49:04.047" v="5734" actId="478"/>
          <ac:picMkLst>
            <pc:docMk/>
            <pc:sldMk cId="1215949089" sldId="278"/>
            <ac:picMk id="19" creationId="{D3C5DF6E-3040-47E0-5E61-AAD2388D00A9}"/>
          </ac:picMkLst>
        </pc:picChg>
        <pc:picChg chg="mod ord">
          <ac:chgData name="Jesper Rindom Jensen" userId="a310f5d1-ee7a-4c45-b82c-78f0432bf078" providerId="ADAL" clId="{51810A46-95D3-42CD-B18B-535E537C0D3C}" dt="2024-10-04T06:48:28.313" v="5720" actId="108"/>
          <ac:picMkLst>
            <pc:docMk/>
            <pc:sldMk cId="1215949089" sldId="278"/>
            <ac:picMk id="21" creationId="{075CF26B-5EA1-8459-B808-6DA4A227CCDF}"/>
          </ac:picMkLst>
        </pc:picChg>
        <pc:picChg chg="mod ord">
          <ac:chgData name="Jesper Rindom Jensen" userId="a310f5d1-ee7a-4c45-b82c-78f0432bf078" providerId="ADAL" clId="{51810A46-95D3-42CD-B18B-535E537C0D3C}" dt="2024-10-04T06:49:10.794" v="5735" actId="1076"/>
          <ac:picMkLst>
            <pc:docMk/>
            <pc:sldMk cId="1215949089" sldId="278"/>
            <ac:picMk id="23" creationId="{86D5ACFB-2162-CA2F-8AC1-63DF9EDFC993}"/>
          </ac:picMkLst>
        </pc:picChg>
        <pc:picChg chg="mod">
          <ac:chgData name="Jesper Rindom Jensen" userId="a310f5d1-ee7a-4c45-b82c-78f0432bf078" providerId="ADAL" clId="{51810A46-95D3-42CD-B18B-535E537C0D3C}" dt="2024-10-04T06:50:48.332" v="5771" actId="1076"/>
          <ac:picMkLst>
            <pc:docMk/>
            <pc:sldMk cId="1215949089" sldId="278"/>
            <ac:picMk id="25" creationId="{3EC5555C-645A-5F84-0038-487879C98783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1216852912" sldId="278"/>
        </pc:sldMkLst>
      </pc:sldChg>
      <pc:sldChg chg="delSp modSp new mod">
        <pc:chgData name="Jesper Rindom Jensen" userId="a310f5d1-ee7a-4c45-b82c-78f0432bf078" providerId="ADAL" clId="{51810A46-95D3-42CD-B18B-535E537C0D3C}" dt="2024-10-07T09:54:01.012" v="7148" actId="478"/>
        <pc:sldMkLst>
          <pc:docMk/>
          <pc:sldMk cId="38164441" sldId="279"/>
        </pc:sldMkLst>
        <pc:spChg chg="mod">
          <ac:chgData name="Jesper Rindom Jensen" userId="a310f5d1-ee7a-4c45-b82c-78f0432bf078" providerId="ADAL" clId="{51810A46-95D3-42CD-B18B-535E537C0D3C}" dt="2024-10-04T07:06:11.296" v="5832" actId="20577"/>
          <ac:spMkLst>
            <pc:docMk/>
            <pc:sldMk cId="38164441" sldId="279"/>
            <ac:spMk id="2" creationId="{31DE5D44-1391-194E-BD7A-408EA28D2D85}"/>
          </ac:spMkLst>
        </pc:spChg>
        <pc:spChg chg="mod">
          <ac:chgData name="Jesper Rindom Jensen" userId="a310f5d1-ee7a-4c45-b82c-78f0432bf078" providerId="ADAL" clId="{51810A46-95D3-42CD-B18B-535E537C0D3C}" dt="2024-10-04T08:20:04.919" v="6266" actId="114"/>
          <ac:spMkLst>
            <pc:docMk/>
            <pc:sldMk cId="38164441" sldId="279"/>
            <ac:spMk id="3" creationId="{D33D6345-ADE7-5659-F463-B05CF21997C4}"/>
          </ac:spMkLst>
        </pc:spChg>
        <pc:picChg chg="mod ord">
          <ac:chgData name="Jesper Rindom Jensen" userId="a310f5d1-ee7a-4c45-b82c-78f0432bf078" providerId="ADAL" clId="{51810A46-95D3-42CD-B18B-535E537C0D3C}" dt="2024-10-07T09:54:01.011" v="7147" actId="108"/>
          <ac:picMkLst>
            <pc:docMk/>
            <pc:sldMk cId="38164441" sldId="279"/>
            <ac:picMk id="5" creationId="{377DE411-52C1-D57C-8244-D111768994CA}"/>
          </ac:picMkLst>
        </pc:picChg>
        <pc:picChg chg="del mod">
          <ac:chgData name="Jesper Rindom Jensen" userId="a310f5d1-ee7a-4c45-b82c-78f0432bf078" providerId="ADAL" clId="{51810A46-95D3-42CD-B18B-535E537C0D3C}" dt="2024-10-04T07:08:59.655" v="5854" actId="478"/>
          <ac:picMkLst>
            <pc:docMk/>
            <pc:sldMk cId="38164441" sldId="279"/>
            <ac:picMk id="5" creationId="{5BC11ADF-58FF-00EE-DBBE-0AF547B8B17E}"/>
          </ac:picMkLst>
        </pc:picChg>
        <pc:picChg chg="del mod ord">
          <ac:chgData name="Jesper Rindom Jensen" userId="a310f5d1-ee7a-4c45-b82c-78f0432bf078" providerId="ADAL" clId="{51810A46-95D3-42CD-B18B-535E537C0D3C}" dt="2024-10-04T07:09:12.277" v="5867" actId="478"/>
          <ac:picMkLst>
            <pc:docMk/>
            <pc:sldMk cId="38164441" sldId="279"/>
            <ac:picMk id="7" creationId="{49F82D76-F745-1F05-F959-A99425B6BB97}"/>
          </ac:picMkLst>
        </pc:picChg>
        <pc:picChg chg="del mod ord">
          <ac:chgData name="Jesper Rindom Jensen" userId="a310f5d1-ee7a-4c45-b82c-78f0432bf078" providerId="ADAL" clId="{51810A46-95D3-42CD-B18B-535E537C0D3C}" dt="2024-10-07T09:54:01.012" v="7148" actId="478"/>
          <ac:picMkLst>
            <pc:docMk/>
            <pc:sldMk cId="38164441" sldId="279"/>
            <ac:picMk id="9" creationId="{81BCE102-A67A-858C-F0EC-891CCAA07D26}"/>
          </ac:picMkLst>
        </pc:picChg>
        <pc:picChg chg="mod">
          <ac:chgData name="Jesper Rindom Jensen" userId="a310f5d1-ee7a-4c45-b82c-78f0432bf078" providerId="ADAL" clId="{51810A46-95D3-42CD-B18B-535E537C0D3C}" dt="2024-10-04T08:17:03.139" v="6006" actId="1076"/>
          <ac:picMkLst>
            <pc:docMk/>
            <pc:sldMk cId="38164441" sldId="279"/>
            <ac:picMk id="11" creationId="{0A83493A-86ED-ECCB-7FEF-482B5EC77957}"/>
          </ac:picMkLst>
        </pc:picChg>
        <pc:picChg chg="mod">
          <ac:chgData name="Jesper Rindom Jensen" userId="a310f5d1-ee7a-4c45-b82c-78f0432bf078" providerId="ADAL" clId="{51810A46-95D3-42CD-B18B-535E537C0D3C}" dt="2024-10-04T08:21:50.115" v="6273" actId="1076"/>
          <ac:picMkLst>
            <pc:docMk/>
            <pc:sldMk cId="38164441" sldId="279"/>
            <ac:picMk id="13" creationId="{7FB429A4-CC01-FC50-D695-85B67D0A224E}"/>
          </ac:picMkLst>
        </pc:picChg>
      </pc:sldChg>
      <pc:sldChg chg="del">
        <pc:chgData name="Jesper Rindom Jensen" userId="a310f5d1-ee7a-4c45-b82c-78f0432bf078" providerId="ADAL" clId="{51810A46-95D3-42CD-B18B-535E537C0D3C}" dt="2024-10-03T10:54:02.927" v="1" actId="47"/>
        <pc:sldMkLst>
          <pc:docMk/>
          <pc:sldMk cId="3575616704" sldId="279"/>
        </pc:sldMkLst>
      </pc:sldChg>
      <pc:sldChg chg="modSp new mod">
        <pc:chgData name="Jesper Rindom Jensen" userId="a310f5d1-ee7a-4c45-b82c-78f0432bf078" providerId="ADAL" clId="{51810A46-95D3-42CD-B18B-535E537C0D3C}" dt="2024-10-04T08:47:47.558" v="6797" actId="20577"/>
        <pc:sldMkLst>
          <pc:docMk/>
          <pc:sldMk cId="3077400660" sldId="280"/>
        </pc:sldMkLst>
        <pc:spChg chg="mod">
          <ac:chgData name="Jesper Rindom Jensen" userId="a310f5d1-ee7a-4c45-b82c-78f0432bf078" providerId="ADAL" clId="{51810A46-95D3-42CD-B18B-535E537C0D3C}" dt="2024-10-04T08:22:36.265" v="6343" actId="6549"/>
          <ac:spMkLst>
            <pc:docMk/>
            <pc:sldMk cId="3077400660" sldId="280"/>
            <ac:spMk id="2" creationId="{59A4D6BA-1AFE-1400-1918-88A68ED0CB84}"/>
          </ac:spMkLst>
        </pc:spChg>
        <pc:spChg chg="mod">
          <ac:chgData name="Jesper Rindom Jensen" userId="a310f5d1-ee7a-4c45-b82c-78f0432bf078" providerId="ADAL" clId="{51810A46-95D3-42CD-B18B-535E537C0D3C}" dt="2024-10-04T08:47:47.558" v="6797" actId="20577"/>
          <ac:spMkLst>
            <pc:docMk/>
            <pc:sldMk cId="3077400660" sldId="280"/>
            <ac:spMk id="3" creationId="{D0BDBA5C-FBD8-88B0-1A55-7A3617D782E7}"/>
          </ac:spMkLst>
        </pc:spChg>
        <pc:picChg chg="mod">
          <ac:chgData name="Jesper Rindom Jensen" userId="a310f5d1-ee7a-4c45-b82c-78f0432bf078" providerId="ADAL" clId="{51810A46-95D3-42CD-B18B-535E537C0D3C}" dt="2024-10-04T08:44:48.058" v="6619" actId="1076"/>
          <ac:picMkLst>
            <pc:docMk/>
            <pc:sldMk cId="3077400660" sldId="280"/>
            <ac:picMk id="5" creationId="{0B6B5135-DC33-7687-6C27-5D442DDEC219}"/>
          </ac:picMkLst>
        </pc:picChg>
        <pc:picChg chg="mod">
          <ac:chgData name="Jesper Rindom Jensen" userId="a310f5d1-ee7a-4c45-b82c-78f0432bf078" providerId="ADAL" clId="{51810A46-95D3-42CD-B18B-535E537C0D3C}" dt="2024-10-04T08:44:54.258" v="6620" actId="1076"/>
          <ac:picMkLst>
            <pc:docMk/>
            <pc:sldMk cId="3077400660" sldId="280"/>
            <ac:picMk id="7" creationId="{4E09AE46-607B-1DB6-1134-DAED199B7DB8}"/>
          </ac:picMkLst>
        </pc:picChg>
      </pc:sldChg>
      <pc:sldChg chg="addSp delSp modSp new mod">
        <pc:chgData name="Jesper Rindom Jensen" userId="a310f5d1-ee7a-4c45-b82c-78f0432bf078" providerId="ADAL" clId="{51810A46-95D3-42CD-B18B-535E537C0D3C}" dt="2024-10-07T09:55:34.620" v="7160" actId="1076"/>
        <pc:sldMkLst>
          <pc:docMk/>
          <pc:sldMk cId="2694792457" sldId="281"/>
        </pc:sldMkLst>
        <pc:spChg chg="mod">
          <ac:chgData name="Jesper Rindom Jensen" userId="a310f5d1-ee7a-4c45-b82c-78f0432bf078" providerId="ADAL" clId="{51810A46-95D3-42CD-B18B-535E537C0D3C}" dt="2024-10-04T08:48:25.625" v="6800"/>
          <ac:spMkLst>
            <pc:docMk/>
            <pc:sldMk cId="2694792457" sldId="281"/>
            <ac:spMk id="2" creationId="{F820A4B5-CD65-74C8-185B-1483EA050B22}"/>
          </ac:spMkLst>
        </pc:spChg>
        <pc:spChg chg="del">
          <ac:chgData name="Jesper Rindom Jensen" userId="a310f5d1-ee7a-4c45-b82c-78f0432bf078" providerId="ADAL" clId="{51810A46-95D3-42CD-B18B-535E537C0D3C}" dt="2024-10-04T08:48:17.552" v="6799" actId="22"/>
          <ac:spMkLst>
            <pc:docMk/>
            <pc:sldMk cId="2694792457" sldId="281"/>
            <ac:spMk id="3" creationId="{AB3F36E4-963B-25B2-AD74-17F0EB11B415}"/>
          </ac:spMkLst>
        </pc:spChg>
        <pc:picChg chg="mod">
          <ac:chgData name="Jesper Rindom Jensen" userId="a310f5d1-ee7a-4c45-b82c-78f0432bf078" providerId="ADAL" clId="{51810A46-95D3-42CD-B18B-535E537C0D3C}" dt="2024-10-07T09:55:25.603" v="7158" actId="14100"/>
          <ac:picMkLst>
            <pc:docMk/>
            <pc:sldMk cId="2694792457" sldId="281"/>
            <ac:picMk id="4" creationId="{27EE1922-7820-E9F3-2366-11C612EECCCA}"/>
          </ac:picMkLst>
        </pc:picChg>
        <pc:picChg chg="add mod ord">
          <ac:chgData name="Jesper Rindom Jensen" userId="a310f5d1-ee7a-4c45-b82c-78f0432bf078" providerId="ADAL" clId="{51810A46-95D3-42CD-B18B-535E537C0D3C}" dt="2024-10-04T08:48:17.552" v="6799" actId="22"/>
          <ac:picMkLst>
            <pc:docMk/>
            <pc:sldMk cId="2694792457" sldId="281"/>
            <ac:picMk id="5" creationId="{9EB91C18-B17F-9501-6247-0541995FBEB3}"/>
          </ac:picMkLst>
        </pc:picChg>
        <pc:picChg chg="add mod">
          <ac:chgData name="Jesper Rindom Jensen" userId="a310f5d1-ee7a-4c45-b82c-78f0432bf078" providerId="ADAL" clId="{51810A46-95D3-42CD-B18B-535E537C0D3C}" dt="2024-10-07T09:55:34.620" v="7160" actId="1076"/>
          <ac:picMkLst>
            <pc:docMk/>
            <pc:sldMk cId="2694792457" sldId="281"/>
            <ac:picMk id="6" creationId="{74D69635-5398-A569-F43C-AA9D56BF86C1}"/>
          </ac:picMkLst>
        </pc:picChg>
      </pc:sldChg>
      <pc:sldChg chg="delSp modSp new mod">
        <pc:chgData name="Jesper Rindom Jensen" userId="a310f5d1-ee7a-4c45-b82c-78f0432bf078" providerId="ADAL" clId="{51810A46-95D3-42CD-B18B-535E537C0D3C}" dt="2024-10-04T09:05:27.769" v="7120" actId="113"/>
        <pc:sldMkLst>
          <pc:docMk/>
          <pc:sldMk cId="2582332815" sldId="282"/>
        </pc:sldMkLst>
        <pc:spChg chg="mod">
          <ac:chgData name="Jesper Rindom Jensen" userId="a310f5d1-ee7a-4c45-b82c-78f0432bf078" providerId="ADAL" clId="{51810A46-95D3-42CD-B18B-535E537C0D3C}" dt="2024-10-04T08:48:57.611" v="6820" actId="20577"/>
          <ac:spMkLst>
            <pc:docMk/>
            <pc:sldMk cId="2582332815" sldId="282"/>
            <ac:spMk id="2" creationId="{1F2DED9C-AB1C-39BE-D231-2A9F9C5D2796}"/>
          </ac:spMkLst>
        </pc:spChg>
        <pc:spChg chg="mod">
          <ac:chgData name="Jesper Rindom Jensen" userId="a310f5d1-ee7a-4c45-b82c-78f0432bf078" providerId="ADAL" clId="{51810A46-95D3-42CD-B18B-535E537C0D3C}" dt="2024-10-04T09:05:27.769" v="7120" actId="113"/>
          <ac:spMkLst>
            <pc:docMk/>
            <pc:sldMk cId="2582332815" sldId="282"/>
            <ac:spMk id="3" creationId="{3502E92E-985D-4198-ABFD-2376549A578E}"/>
          </ac:spMkLst>
        </pc:spChg>
        <pc:picChg chg="mod">
          <ac:chgData name="Jesper Rindom Jensen" userId="a310f5d1-ee7a-4c45-b82c-78f0432bf078" providerId="ADAL" clId="{51810A46-95D3-42CD-B18B-535E537C0D3C}" dt="2024-10-04T08:56:30.396" v="6939" actId="1076"/>
          <ac:picMkLst>
            <pc:docMk/>
            <pc:sldMk cId="2582332815" sldId="282"/>
            <ac:picMk id="5" creationId="{D441F3EE-5900-64AB-C2F7-963BE1EEDF06}"/>
          </ac:picMkLst>
        </pc:picChg>
        <pc:picChg chg="del mod">
          <ac:chgData name="Jesper Rindom Jensen" userId="a310f5d1-ee7a-4c45-b82c-78f0432bf078" providerId="ADAL" clId="{51810A46-95D3-42CD-B18B-535E537C0D3C}" dt="2024-10-04T08:59:45.751" v="7035" actId="478"/>
          <ac:picMkLst>
            <pc:docMk/>
            <pc:sldMk cId="2582332815" sldId="282"/>
            <ac:picMk id="7" creationId="{387848AC-3869-485F-20DD-B7B3E050FCE7}"/>
          </ac:picMkLst>
        </pc:picChg>
        <pc:picChg chg="del mod ord">
          <ac:chgData name="Jesper Rindom Jensen" userId="a310f5d1-ee7a-4c45-b82c-78f0432bf078" providerId="ADAL" clId="{51810A46-95D3-42CD-B18B-535E537C0D3C}" dt="2024-10-04T08:59:59.941" v="7048" actId="478"/>
          <ac:picMkLst>
            <pc:docMk/>
            <pc:sldMk cId="2582332815" sldId="282"/>
            <ac:picMk id="9" creationId="{0B423C31-BF77-48E3-8252-2503DC67F909}"/>
          </ac:picMkLst>
        </pc:picChg>
        <pc:picChg chg="del mod ord">
          <ac:chgData name="Jesper Rindom Jensen" userId="a310f5d1-ee7a-4c45-b82c-78f0432bf078" providerId="ADAL" clId="{51810A46-95D3-42CD-B18B-535E537C0D3C}" dt="2024-10-04T09:03:42.778" v="7060" actId="478"/>
          <ac:picMkLst>
            <pc:docMk/>
            <pc:sldMk cId="2582332815" sldId="282"/>
            <ac:picMk id="11" creationId="{BDE9C7CC-ED6B-8E80-E85B-17B50D1D8494}"/>
          </ac:picMkLst>
        </pc:picChg>
        <pc:picChg chg="del mod ord">
          <ac:chgData name="Jesper Rindom Jensen" userId="a310f5d1-ee7a-4c45-b82c-78f0432bf078" providerId="ADAL" clId="{51810A46-95D3-42CD-B18B-535E537C0D3C}" dt="2024-10-04T09:04:41.686" v="7072" actId="478"/>
          <ac:picMkLst>
            <pc:docMk/>
            <pc:sldMk cId="2582332815" sldId="282"/>
            <ac:picMk id="13" creationId="{DD9AF764-CF6B-6208-ADDD-3459EF4E0F89}"/>
          </ac:picMkLst>
        </pc:picChg>
        <pc:picChg chg="del mod ord">
          <ac:chgData name="Jesper Rindom Jensen" userId="a310f5d1-ee7a-4c45-b82c-78f0432bf078" providerId="ADAL" clId="{51810A46-95D3-42CD-B18B-535E537C0D3C}" dt="2024-10-04T09:04:58" v="7084" actId="478"/>
          <ac:picMkLst>
            <pc:docMk/>
            <pc:sldMk cId="2582332815" sldId="282"/>
            <ac:picMk id="15" creationId="{C845F4B8-2FDB-BBF7-5B96-A8DED9A486A5}"/>
          </ac:picMkLst>
        </pc:picChg>
        <pc:picChg chg="del mod ord">
          <ac:chgData name="Jesper Rindom Jensen" userId="a310f5d1-ee7a-4c45-b82c-78f0432bf078" providerId="ADAL" clId="{51810A46-95D3-42CD-B18B-535E537C0D3C}" dt="2024-10-04T09:05:04.501" v="7094" actId="478"/>
          <ac:picMkLst>
            <pc:docMk/>
            <pc:sldMk cId="2582332815" sldId="282"/>
            <ac:picMk id="17" creationId="{20FBD23F-2757-C097-4BFA-C5B9560826B8}"/>
          </ac:picMkLst>
        </pc:picChg>
        <pc:picChg chg="del mod ord">
          <ac:chgData name="Jesper Rindom Jensen" userId="a310f5d1-ee7a-4c45-b82c-78f0432bf078" providerId="ADAL" clId="{51810A46-95D3-42CD-B18B-535E537C0D3C}" dt="2024-10-04T09:05:12.690" v="7104" actId="478"/>
          <ac:picMkLst>
            <pc:docMk/>
            <pc:sldMk cId="2582332815" sldId="282"/>
            <ac:picMk id="19" creationId="{AF0C12AB-AED3-7F7D-C169-0D700969524F}"/>
          </ac:picMkLst>
        </pc:picChg>
        <pc:picChg chg="mod ord">
          <ac:chgData name="Jesper Rindom Jensen" userId="a310f5d1-ee7a-4c45-b82c-78f0432bf078" providerId="ADAL" clId="{51810A46-95D3-42CD-B18B-535E537C0D3C}" dt="2024-10-04T09:05:18.728" v="7105" actId="1076"/>
          <ac:picMkLst>
            <pc:docMk/>
            <pc:sldMk cId="2582332815" sldId="282"/>
            <ac:picMk id="21" creationId="{EC0D2A9B-BD71-C66B-A1A9-2FE95B4E0C7F}"/>
          </ac:picMkLst>
        </pc:picChg>
      </pc:sldChg>
      <pc:sldChg chg="modSp mod">
        <pc:chgData name="Jesper Rindom Jensen" userId="a310f5d1-ee7a-4c45-b82c-78f0432bf078" providerId="ADAL" clId="{51810A46-95D3-42CD-B18B-535E537C0D3C}" dt="2024-10-07T09:56:31.648" v="7178" actId="20577"/>
        <pc:sldMkLst>
          <pc:docMk/>
          <pc:sldMk cId="1437549097" sldId="284"/>
        </pc:sldMkLst>
        <pc:spChg chg="mod">
          <ac:chgData name="Jesper Rindom Jensen" userId="a310f5d1-ee7a-4c45-b82c-78f0432bf078" providerId="ADAL" clId="{51810A46-95D3-42CD-B18B-535E537C0D3C}" dt="2024-10-07T09:56:31.648" v="7178" actId="20577"/>
          <ac:spMkLst>
            <pc:docMk/>
            <pc:sldMk cId="1437549097" sldId="284"/>
            <ac:spMk id="3" creationId="{92895D93-C7B2-4D82-0651-85A34550197C}"/>
          </ac:spMkLst>
        </pc:spChg>
      </pc:sldChg>
    </pc:docChg>
  </pc:docChgLst>
  <pc:docChgLst>
    <pc:chgData name="Jesper Rindom Jensen" userId="a310f5d1-ee7a-4c45-b82c-78f0432bf078" providerId="ADAL" clId="{0B2BDDDA-A4D0-4D0D-92C4-4A4F04BFC521}"/>
    <pc:docChg chg="modSld">
      <pc:chgData name="Jesper Rindom Jensen" userId="a310f5d1-ee7a-4c45-b82c-78f0432bf078" providerId="ADAL" clId="{0B2BDDDA-A4D0-4D0D-92C4-4A4F04BFC521}" dt="2024-09-15T18:20:46.245" v="0" actId="20577"/>
      <pc:docMkLst>
        <pc:docMk/>
      </pc:docMkLst>
      <pc:sldChg chg="modSp mod">
        <pc:chgData name="Jesper Rindom Jensen" userId="a310f5d1-ee7a-4c45-b82c-78f0432bf078" providerId="ADAL" clId="{0B2BDDDA-A4D0-4D0D-92C4-4A4F04BFC521}" dt="2024-09-15T18:20:46.245" v="0" actId="20577"/>
        <pc:sldMkLst>
          <pc:docMk/>
          <pc:sldMk cId="390886599" sldId="268"/>
        </pc:sldMkLst>
        <pc:spChg chg="mod">
          <ac:chgData name="Jesper Rindom Jensen" userId="a310f5d1-ee7a-4c45-b82c-78f0432bf078" providerId="ADAL" clId="{0B2BDDDA-A4D0-4D0D-92C4-4A4F04BFC521}" dt="2024-09-15T18:20:46.245" v="0" actId="20577"/>
          <ac:spMkLst>
            <pc:docMk/>
            <pc:sldMk cId="390886599" sldId="268"/>
            <ac:spMk id="3" creationId="{AE4C5F62-C318-8B1F-E365-50E63FFF79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B2315-7E14-42D9-86F1-6A6260183E1C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75C91-8B70-4F9E-A658-2109D32D6DE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62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0016-4BA9-BF15-ACC5-DBA3C6FE4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FF2DD-6C77-28B8-FFBE-976B8BEC1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CBFC7-89E8-B781-698D-763EC569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EA96-E3ED-F2E2-AC4E-5D13804F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EBF60-0E02-455B-7376-D9AA60B3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06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32F6-EAB1-7490-5850-140567FD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59B5-7383-1B3E-9E6C-F39D7728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D22A1-8E7D-0D99-2F29-17833D1B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9A67-2898-BE1A-7890-F75DF25D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B57D-3DCD-BB9F-2A00-DE402A6B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632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F22B-0B85-D096-96AA-8A19219B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2425A-B848-E190-CC88-56DEC0F8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CE1F3-CB68-7F0A-E79A-F1BF91F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1519-35D7-2B6D-A0C3-B024A8EB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5D939-7EA3-3E9C-0CE3-2F71C0AA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970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29F4-E3FF-D70F-BE2F-F7F3C52D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D2378-35C9-DE8F-D18C-8AB600689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C9889-EE2D-5E3D-AC1F-078E7B2B3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2FE1A-8D97-D8AB-91D8-3BEBEFF1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2532-75DD-0E55-B770-3B2C1B2C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C8EDF-59C7-73C0-CC98-0C1F7053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038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CD88-28A1-9803-7337-04F17F840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F6704-3351-9801-8923-3CB74723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D66C1-49EA-339B-DF3F-97A39F676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C2A49-EE57-29D8-28AF-D3158DF1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14187-CF4E-B2BC-A0C2-F6FDE17CD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33F25-072E-23D8-E167-7ACC9979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9EA87-8B34-274A-381A-038E82F8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3B4FF-7844-D65A-CEDB-29EE5ADD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973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F4E1-A925-82B3-792A-3BF2C08F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1BE32-67B5-1DF7-5A94-80CD1DC6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ED93E-DDBC-BF7F-340D-6025C491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7ADC8-0D34-5FFC-612D-A4AE5001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734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9CF3C-22E7-4BC9-4295-09068525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2FDE4-5190-702F-E0FB-CE80D6B3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EA15E-B05D-1037-7520-9596ED9C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777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A9D7-0128-9FEC-AEDC-E500519F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C482-E15C-35A2-7E4B-B70F2C9B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74619-52DD-08C1-B651-DF6BA9744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78BCA-3476-381D-A340-CB2D395D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211BC-9A08-B17A-A16C-6BA99D9D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D5000-9292-F9B2-E332-9AB36D93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440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8651-4682-D763-CB46-4126CD7D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7B38A-6BCF-B657-0BDB-41B8C87DA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882C1-4DAA-A740-3C36-619C34D70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0225C-7B96-6381-E70E-D085C53A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162EF-C783-7412-6615-1179C11D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49290-589F-AD63-763F-CE4B8C0D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483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1DC3-E01C-13E5-486D-D701809A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89A0F-382D-3F24-DB0B-6A2986BC9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3104-064F-6560-B613-A7DA18BC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FA79-6158-FD89-5E75-F7F61353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8AFE-CD1F-9639-363B-AD205DBE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775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C8DAB-1FFB-B052-F0EC-BDA5B780E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D070E-B318-0E99-9F82-4CD716F39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8060-376F-ADAC-8F12-70559B2F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6A78-B6C1-F574-2337-B3254B35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4DEE-7468-0A0E-0480-86E25A37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970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48F2D-4626-B428-32AD-CFF647C7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035DE-7CC5-D30E-A343-876E4B648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2E187-318D-415B-3DB9-A05375AFB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A8D5B-08D0-40B7-94C6-BC1D9BCA46D7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A964-0C28-34C6-946C-424C78083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09B1-167C-51BE-EAC6-787286687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613A-740B-428E-B091-0253FC6C513F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232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rj@es.aau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2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4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4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5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FD2F-7BCB-5CB0-0241-99CDD302C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Multidimensional Fourier Transform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8ABE1-A0D7-1B8F-E833-E8DF657FC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Jesper Rindom Jensen, </a:t>
            </a:r>
            <a:r>
              <a:rPr lang="da-DK" dirty="0">
                <a:hlinkClick r:id="rId2"/>
              </a:rPr>
              <a:t>jrj@es.aau.dk</a:t>
            </a:r>
            <a:r>
              <a:rPr lang="da-DK" dirty="0"/>
              <a:t> </a:t>
            </a:r>
          </a:p>
          <a:p>
            <a:r>
              <a:rPr lang="da-DK" dirty="0"/>
              <a:t>Advanced Signal Processing, Electronic Systems, Aalborg University</a:t>
            </a:r>
          </a:p>
        </p:txBody>
      </p:sp>
    </p:spTree>
    <p:extLst>
      <p:ext uri="{BB962C8B-B14F-4D97-AF65-F5344CB8AC3E}">
        <p14:creationId xmlns:p14="http://schemas.microsoft.com/office/powerpoint/2010/main" val="197649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DEE6-B2FC-6E5F-C149-68DC71D1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FE63-72A4-CDB8-7823-3455A04DF1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Overview of the general idea behind Fourier series</a:t>
            </a:r>
          </a:p>
          <a:p>
            <a:r>
              <a:rPr lang="da-DK" dirty="0"/>
              <a:t>Fourier transform and basic properties</a:t>
            </a:r>
          </a:p>
          <a:p>
            <a:r>
              <a:rPr lang="da-DK" dirty="0"/>
              <a:t>Extension of the FT to multiple dimensions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13E6DD-0A1D-6E48-352E-43F4DB5C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631" y="332552"/>
            <a:ext cx="3332430" cy="4351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7B74FD-6997-ED9C-5B0A-F4F0DC695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65596"/>
            <a:ext cx="3025286" cy="455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9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738FB5-B2C7-CAA6-492F-827114D4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Signals, systems, and measurements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657C6-C6F6-8E54-2BC4-C95C2C26A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We want to study a particular system, by measuring a signal </a:t>
            </a:r>
            <a:r>
              <a:rPr lang="da-DK" i="1" dirty="0"/>
              <a:t>f.</a:t>
            </a:r>
          </a:p>
          <a:p>
            <a:r>
              <a:rPr lang="da-DK" i="1" dirty="0"/>
              <a:t>How is the signal measured in practice?</a:t>
            </a:r>
          </a:p>
          <a:p>
            <a:r>
              <a:rPr lang="da-DK" b="1" dirty="0"/>
              <a:t>Possible solutions:</a:t>
            </a:r>
          </a:p>
          <a:p>
            <a:pPr lvl="1"/>
            <a:r>
              <a:rPr lang="da-DK" dirty="0"/>
              <a:t>We have an instrument I, which can perfectly measure the signal in time, </a:t>
            </a:r>
            <a:r>
              <a:rPr lang="da-DK" i="1" dirty="0"/>
              <a:t>f</a:t>
            </a:r>
            <a:r>
              <a:rPr lang="da-DK" dirty="0"/>
              <a:t>(</a:t>
            </a:r>
            <a:r>
              <a:rPr lang="da-DK" i="1" dirty="0"/>
              <a:t>t</a:t>
            </a:r>
            <a:r>
              <a:rPr lang="da-DK" dirty="0"/>
              <a:t>).</a:t>
            </a:r>
          </a:p>
          <a:p>
            <a:pPr lvl="1"/>
            <a:r>
              <a:rPr lang="da-DK" dirty="0"/>
              <a:t>Alternatively (and practially), we may have a number of samples of the signal, e.g., at equidistand sampling intervals, </a:t>
            </a:r>
            <a:r>
              <a:rPr lang="da-DK" i="1" dirty="0"/>
              <a:t>f</a:t>
            </a:r>
            <a:r>
              <a:rPr lang="da-DK" dirty="0"/>
              <a:t>[</a:t>
            </a:r>
            <a:r>
              <a:rPr lang="da-DK" i="1" dirty="0"/>
              <a:t>n</a:t>
            </a:r>
            <a:r>
              <a:rPr lang="da-DK" dirty="0"/>
              <a:t>] = </a:t>
            </a:r>
            <a:r>
              <a:rPr lang="da-DK" i="1" dirty="0"/>
              <a:t>f</a:t>
            </a:r>
            <a:r>
              <a:rPr lang="da-DK" dirty="0"/>
              <a:t>(</a:t>
            </a:r>
            <a:r>
              <a:rPr lang="da-DK" i="1" dirty="0"/>
              <a:t>nT</a:t>
            </a:r>
            <a:r>
              <a:rPr lang="da-DK" dirty="0"/>
              <a:t>), where </a:t>
            </a:r>
            <a:r>
              <a:rPr lang="da-DK" i="1" dirty="0"/>
              <a:t>T</a:t>
            </a:r>
            <a:r>
              <a:rPr lang="da-DK" dirty="0"/>
              <a:t> is the sampling period.</a:t>
            </a:r>
            <a:endParaRPr lang="da-DK" i="1" dirty="0"/>
          </a:p>
        </p:txBody>
      </p:sp>
    </p:spTree>
    <p:extLst>
      <p:ext uri="{BB962C8B-B14F-4D97-AF65-F5344CB8AC3E}">
        <p14:creationId xmlns:p14="http://schemas.microsoft.com/office/powerpoint/2010/main" val="336731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596F-1BD8-D923-FC08-0D6D8E4C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Fourier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0F8E-C9F5-B4F8-5C7C-5322648FC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Recall that we want to measure a real signal.</a:t>
            </a:r>
          </a:p>
          <a:p>
            <a:r>
              <a:rPr lang="da-DK" dirty="0"/>
              <a:t>Consider and orthogonal basis of functions, </a:t>
            </a:r>
            <a:r>
              <a:rPr lang="da-DK" i="1" dirty="0"/>
              <a:t>f</a:t>
            </a:r>
            <a:r>
              <a:rPr lang="da-DK" i="1" baseline="-25000" dirty="0"/>
              <a:t>n</a:t>
            </a:r>
            <a:r>
              <a:rPr lang="da-DK" i="1" dirty="0"/>
              <a:t>. </a:t>
            </a:r>
          </a:p>
          <a:p>
            <a:r>
              <a:rPr lang="da-DK" dirty="0"/>
              <a:t>Using this, we may express our signal as a linear combination of these functions in a bounded interval,                                   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FA9F6-6593-A784-ADCE-98CC5FFEFE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00" y="4001294"/>
            <a:ext cx="3532800" cy="40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AAB1D9-2CEC-E8AB-016E-FFE5CD59B9A4}"/>
              </a:ext>
            </a:extLst>
          </p:cNvPr>
          <p:cNvSpPr txBox="1"/>
          <p:nvPr/>
        </p:nvSpPr>
        <p:spPr>
          <a:xfrm>
            <a:off x="4605051" y="5104996"/>
            <a:ext cx="5563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Coefficient associated with the n’th basis function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E62023-27D6-95E1-2E63-C84C566B9C1A}"/>
              </a:ext>
            </a:extLst>
          </p:cNvPr>
          <p:cNvCxnSpPr/>
          <p:nvPr/>
        </p:nvCxnSpPr>
        <p:spPr>
          <a:xfrm flipH="1" flipV="1">
            <a:off x="6940627" y="4402361"/>
            <a:ext cx="231354" cy="7026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50EEF85-A454-F20B-D922-25487AD873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15" y="3298659"/>
            <a:ext cx="2344533" cy="3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9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0C4C-860F-EAE5-FD3B-D1809A82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The Fourier Series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F7927-ABC6-E2C2-FFC4-C47000E17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827498" cy="4351338"/>
          </a:xfrm>
        </p:spPr>
        <p:txBody>
          <a:bodyPr/>
          <a:lstStyle/>
          <a:p>
            <a:r>
              <a:rPr lang="da-DK" dirty="0"/>
              <a:t>Already in the 18th century, Fourier claimed that any </a:t>
            </a:r>
            <a:r>
              <a:rPr lang="da-DK" b="1" dirty="0"/>
              <a:t>periodic</a:t>
            </a:r>
            <a:r>
              <a:rPr lang="da-DK" dirty="0"/>
              <a:t> function can be written as a series of </a:t>
            </a:r>
            <a:r>
              <a:rPr lang="da-DK" b="1" dirty="0"/>
              <a:t>trigonometric</a:t>
            </a:r>
            <a:r>
              <a:rPr lang="da-DK" dirty="0"/>
              <a:t> function. </a:t>
            </a:r>
          </a:p>
          <a:p>
            <a:r>
              <a:rPr lang="da-DK" dirty="0"/>
              <a:t>Mathematically, this can be expressed as:</a:t>
            </a:r>
          </a:p>
          <a:p>
            <a:endParaRPr lang="da-DK" dirty="0"/>
          </a:p>
          <a:p>
            <a:r>
              <a:rPr lang="da-DK" dirty="0"/>
              <a:t>For analysis, we can use the inverse relationship:</a:t>
            </a:r>
          </a:p>
          <a:p>
            <a:endParaRPr lang="da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6B0BE83-CE67-D720-3624-B742A71C9F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878193" y="1558339"/>
            <a:ext cx="3313807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B6A5CE-76D7-153E-0C5C-01E99A6B0A6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682" y="3587916"/>
            <a:ext cx="3976533" cy="4245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7E7379-F386-F48B-023C-B855D34555D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682" y="5160370"/>
            <a:ext cx="4000000" cy="43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7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82DF-E162-F755-2D21-602C03C2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Importance of Periodic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03DF-3C7C-B84B-D5BC-F94B62C55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Many physical phenomena exhibit periodic behaviour and can thus be modeled and analyzed using periodic basis functions:</a:t>
            </a:r>
          </a:p>
          <a:p>
            <a:pPr lvl="1"/>
            <a:r>
              <a:rPr lang="da-DK" dirty="0"/>
              <a:t>Sound waves (musical instruments).</a:t>
            </a:r>
          </a:p>
          <a:p>
            <a:pPr lvl="1"/>
            <a:r>
              <a:rPr lang="da-DK" dirty="0"/>
              <a:t>AC electrical signals</a:t>
            </a:r>
          </a:p>
          <a:p>
            <a:pPr lvl="1"/>
            <a:r>
              <a:rPr lang="da-DK" dirty="0"/>
              <a:t>Planetary motion (orbits)</a:t>
            </a:r>
          </a:p>
          <a:p>
            <a:pPr lvl="1"/>
            <a:r>
              <a:rPr lang="da-DK" dirty="0"/>
              <a:t>Pendulum motion (simple harmonic oscillator)</a:t>
            </a:r>
          </a:p>
          <a:p>
            <a:pPr lvl="1"/>
            <a:r>
              <a:rPr lang="da-DK" dirty="0"/>
              <a:t>Rotating machinery</a:t>
            </a:r>
          </a:p>
          <a:p>
            <a:pPr lvl="1"/>
            <a:r>
              <a:rPr lang="da-DK" dirty="0"/>
              <a:t>Heartbeats (ECG)</a:t>
            </a:r>
          </a:p>
          <a:p>
            <a:pPr lvl="1"/>
            <a:r>
              <a:rPr lang="da-DK" dirty="0"/>
              <a:t>Seasonal climate patterns.</a:t>
            </a:r>
          </a:p>
          <a:p>
            <a:pPr lvl="1"/>
            <a:r>
              <a:rPr lang="da-DK" dirty="0"/>
              <a:t>Biological rhythms (circadian rhythms)</a:t>
            </a:r>
          </a:p>
          <a:p>
            <a:r>
              <a:rPr lang="da-DK" dirty="0"/>
              <a:t>Moreover, sinusoidal functions are eigenfunctions of LSI systems.</a:t>
            </a:r>
          </a:p>
        </p:txBody>
      </p:sp>
    </p:spTree>
    <p:extLst>
      <p:ext uri="{BB962C8B-B14F-4D97-AF65-F5344CB8AC3E}">
        <p14:creationId xmlns:p14="http://schemas.microsoft.com/office/powerpoint/2010/main" val="206723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0E6E-7F98-A89E-BA6D-C87B2389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Beyond Periodic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6730-6AB8-C2B4-6C12-A7BB0FE28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While many natural phenomena are periodic, not all are.</a:t>
            </a:r>
          </a:p>
          <a:p>
            <a:r>
              <a:rPr lang="da-DK" dirty="0"/>
              <a:t>Moreover, even some of the aforementioned phenomena are not perfectly periodic.</a:t>
            </a:r>
          </a:p>
          <a:p>
            <a:r>
              <a:rPr lang="da-DK" dirty="0"/>
              <a:t>We can extend the Fourier series, by </a:t>
            </a:r>
          </a:p>
          <a:p>
            <a:pPr lvl="1"/>
            <a:r>
              <a:rPr lang="da-DK" dirty="0"/>
              <a:t>considering an unbounded interval,                  .</a:t>
            </a:r>
          </a:p>
          <a:p>
            <a:pPr lvl="1"/>
            <a:r>
              <a:rPr lang="da-DK" dirty="0"/>
              <a:t>considering the frequency as being continuous.</a:t>
            </a:r>
          </a:p>
          <a:p>
            <a:r>
              <a:rPr lang="da-DK" dirty="0"/>
              <a:t>This functional operator is referred to as the </a:t>
            </a:r>
            <a:r>
              <a:rPr lang="da-DK" i="1" dirty="0"/>
              <a:t>Fourier Transform.</a:t>
            </a:r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478C1-49C0-11EA-D9C0-671EE59E55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26" y="3779189"/>
            <a:ext cx="972800" cy="20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4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D924-590F-6CF3-7154-C49358ED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FD048-0282-838C-8798-8C162FE0B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Fourier Transform (analysis)</a:t>
            </a:r>
          </a:p>
          <a:p>
            <a:endParaRPr lang="da-DK" b="1" dirty="0"/>
          </a:p>
          <a:p>
            <a:endParaRPr lang="da-DK" b="1" dirty="0"/>
          </a:p>
          <a:p>
            <a:endParaRPr lang="da-DK" b="1" dirty="0"/>
          </a:p>
          <a:p>
            <a:r>
              <a:rPr lang="da-DK" b="1" dirty="0"/>
              <a:t>Inverse Fourier Transform (synthesis)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DA1010-5449-D5A0-2A14-F4583E5D82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56" y="2758364"/>
            <a:ext cx="5789287" cy="44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849D85-D8EC-E8A8-E27F-C028B7488F4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999" y="4778233"/>
            <a:ext cx="6208000" cy="43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3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8265-FD3F-F2B3-21B1-2E18939D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Examples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0287-5704-A8D2-9D0C-A2C9A0BDE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/>
              <a:t>Square function</a:t>
            </a:r>
            <a:endParaRPr lang="da-DK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68BB65-CCA4-4020-5837-2FA1C8BF62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52" y="1725577"/>
            <a:ext cx="2801928" cy="807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67D747-F0B3-6B52-9298-4AF1226588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97" y="4587744"/>
            <a:ext cx="4865347" cy="1505146"/>
          </a:xfrm>
          <a:prstGeom prst="rect">
            <a:avLst/>
          </a:prstGeom>
        </p:spPr>
      </p:pic>
      <p:pic>
        <p:nvPicPr>
          <p:cNvPr id="1028" name="Picture 4" descr="\includegraphics[width=\textwidth ,height=2.25in]{eps/rectWindowRawFT}">
            <a:extLst>
              <a:ext uri="{FF2B5EF4-FFF2-40B4-BE49-F238E27FC236}">
                <a16:creationId xmlns:a16="http://schemas.microsoft.com/office/drawing/2014/main" id="{11ADCD81-3B2F-0669-7F1A-163B709E2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304" y="4325872"/>
            <a:ext cx="6477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 2" descr="Rectangular function - Wikipedia">
            <a:extLst>
              <a:ext uri="{FF2B5EF4-FFF2-40B4-BE49-F238E27FC236}">
                <a16:creationId xmlns:a16="http://schemas.microsoft.com/office/drawing/2014/main" id="{F64918FD-D965-1FDC-00D7-886D9463D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547" y="681037"/>
            <a:ext cx="3711643" cy="256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32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7F46-EBEE-C56C-9837-87D48DD3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Fourier Transform and Periodic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7204-6A15-CC96-3472-14CC420F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While the Fourier Transform is useful for representing/analyzing non-periodic signals, we can generalize it to periodic signals.</a:t>
            </a:r>
          </a:p>
          <a:p>
            <a:r>
              <a:rPr lang="da-DK" dirty="0"/>
              <a:t>This can be achieved using distributions (i.e., the delta distribution or unit impulse):</a:t>
            </a:r>
          </a:p>
          <a:p>
            <a:endParaRPr lang="da-DK" dirty="0"/>
          </a:p>
          <a:p>
            <a:r>
              <a:rPr lang="da-DK" dirty="0"/>
              <a:t>with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B686A-6CA5-F69E-AAA3-5C5FF99289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10" y="3733681"/>
            <a:ext cx="2675200" cy="3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9F645A-FFEE-A697-421F-EA4032DE699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10" y="4736654"/>
            <a:ext cx="1932800" cy="39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38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7B30-5030-0FE8-E1E8-2E1C16C7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Fourier Transform and Periodic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32A5-EE75-F524-834E-6BC388D5F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If we have a unit impulse in the frequency domain: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That is, a unit impulse in the frequency domain corresponds to a conventional (complex) sinusoidal function:</a:t>
            </a:r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D78AD-3471-06A6-0E9B-1E99E54E66A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52" y="2744716"/>
            <a:ext cx="7683779" cy="443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200CFC-9A32-B657-7FE2-389C04D2F82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105" y="4996597"/>
            <a:ext cx="3153787" cy="45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2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F538-09B2-1829-DBB2-8CAB504D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General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0554-0880-9A2A-F1ED-9B388540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Spectrum</a:t>
            </a:r>
            <a:endParaRPr lang="da-DK" dirty="0"/>
          </a:p>
          <a:p>
            <a:pPr lvl="1"/>
            <a:r>
              <a:rPr lang="da-DK" dirty="0"/>
              <a:t>Given a signal </a:t>
            </a:r>
            <a:r>
              <a:rPr lang="da-DK" i="1" dirty="0"/>
              <a:t>f</a:t>
            </a:r>
            <a:r>
              <a:rPr lang="da-DK" dirty="0"/>
              <a:t>, we define its spectrum </a:t>
            </a:r>
            <a:r>
              <a:rPr lang="da-DK" i="1" dirty="0"/>
              <a:t>S</a:t>
            </a:r>
            <a:r>
              <a:rPr lang="da-DK" i="1" baseline="-25000" dirty="0"/>
              <a:t>f</a:t>
            </a:r>
            <a:r>
              <a:rPr lang="da-DK" dirty="0"/>
              <a:t> as:</a:t>
            </a:r>
          </a:p>
          <a:p>
            <a:pPr lvl="1"/>
            <a:endParaRPr lang="da-DK" dirty="0"/>
          </a:p>
          <a:p>
            <a:pPr lvl="1"/>
            <a:endParaRPr lang="da-DK" dirty="0"/>
          </a:p>
          <a:p>
            <a:r>
              <a:rPr lang="da-DK" b="1" dirty="0"/>
              <a:t>Bandwidth</a:t>
            </a:r>
          </a:p>
          <a:p>
            <a:pPr lvl="1"/>
            <a:r>
              <a:rPr lang="da-DK" dirty="0"/>
              <a:t>Given a signal </a:t>
            </a:r>
            <a:r>
              <a:rPr lang="da-DK" i="1" dirty="0"/>
              <a:t>f</a:t>
            </a:r>
            <a:r>
              <a:rPr lang="da-DK" dirty="0"/>
              <a:t> we can define the bandwith, </a:t>
            </a:r>
            <a:r>
              <a:rPr lang="da-DK" i="1" dirty="0"/>
              <a:t>B</a:t>
            </a:r>
            <a:r>
              <a:rPr lang="da-DK" dirty="0"/>
              <a:t>,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A198F-9A15-38B7-111C-341BD05BAC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00" y="2894841"/>
            <a:ext cx="4723200" cy="341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BA322-D978-5EA1-AA4F-638073278B5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828" y="4556016"/>
            <a:ext cx="2492343" cy="30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3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0380-C31C-5EEB-8CE9-F2A53A96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General Properties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F65756-E2B8-45F1-AA5C-E1C061270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862" y="1825625"/>
            <a:ext cx="10022275" cy="4351338"/>
          </a:xfrm>
        </p:spPr>
      </p:pic>
    </p:spTree>
    <p:extLst>
      <p:ext uri="{BB962C8B-B14F-4D97-AF65-F5344CB8AC3E}">
        <p14:creationId xmlns:p14="http://schemas.microsoft.com/office/powerpoint/2010/main" val="21481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4EF3-A159-A2B4-B110-017B09F5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Convolutional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D8E5-844E-105D-AE63-50E49CA2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Fourier Transform converts </a:t>
            </a:r>
            <a:r>
              <a:rPr lang="da-DK" i="1" dirty="0"/>
              <a:t>convolutions into multiplications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Proof: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BB278-5764-7DDD-D18F-2B7B2FE2AC2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800" y="2430818"/>
            <a:ext cx="3494400" cy="3541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C0F526-0F6E-87EC-FB93-2E1D1FE3D2F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114" y="3801649"/>
            <a:ext cx="9303771" cy="237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91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35FC-C996-9889-00A4-17A42F49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Example: Triangular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3060C-CDA0-D886-8A80-F5D73D0C7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Triangular window:</a:t>
            </a:r>
          </a:p>
          <a:p>
            <a:endParaRPr lang="da-DK" b="1" dirty="0"/>
          </a:p>
          <a:p>
            <a:endParaRPr lang="da-DK" b="1" dirty="0"/>
          </a:p>
          <a:p>
            <a:r>
              <a:rPr lang="da-DK" dirty="0"/>
              <a:t>Alternatively: </a:t>
            </a:r>
          </a:p>
          <a:p>
            <a:endParaRPr lang="da-DK" dirty="0"/>
          </a:p>
          <a:p>
            <a:r>
              <a:rPr lang="da-DK" dirty="0"/>
              <a:t>That is, with the convolution theorem, we get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605E9B-3B29-5A0E-F250-B17C8B4927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201" y="2366600"/>
            <a:ext cx="6810815" cy="10636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CEA787-4A2A-065A-7A65-9DD2A473B1A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683" y="3429000"/>
            <a:ext cx="2749363" cy="354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934B8A-C250-6FA4-C90A-EC82F1AE4639}"/>
              </a:ext>
            </a:extLst>
          </p:cNvPr>
          <p:cNvSpPr txBox="1"/>
          <p:nvPr/>
        </p:nvSpPr>
        <p:spPr>
          <a:xfrm>
            <a:off x="6397321" y="3837020"/>
            <a:ext cx="297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Rectangular window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3D23A5-49CA-A6A4-3BFC-5FB407222100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5757392" y="3781000"/>
            <a:ext cx="639929" cy="2406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9924B14-C789-76EB-23D6-E96498D4E6E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464" y="4973422"/>
            <a:ext cx="7167097" cy="93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6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5698-F32F-FA6B-2C63-F02632F7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6D23-6CAB-9BC4-1F8E-50C9EB9BE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If a function </a:t>
            </a:r>
            <a:r>
              <a:rPr lang="da-DK" i="1" dirty="0"/>
              <a:t>f</a:t>
            </a:r>
            <a:r>
              <a:rPr lang="da-DK" dirty="0"/>
              <a:t>(</a:t>
            </a:r>
            <a:r>
              <a:rPr lang="da-DK" i="1" dirty="0"/>
              <a:t>t</a:t>
            </a:r>
            <a:r>
              <a:rPr lang="da-DK" dirty="0"/>
              <a:t>) is </a:t>
            </a:r>
            <a:r>
              <a:rPr lang="da-DK" i="1" dirty="0"/>
              <a:t>differentiable</a:t>
            </a:r>
            <a:r>
              <a:rPr lang="da-DK" dirty="0"/>
              <a:t>, and both </a:t>
            </a:r>
            <a:r>
              <a:rPr lang="da-DK" i="1" dirty="0"/>
              <a:t>f</a:t>
            </a:r>
            <a:r>
              <a:rPr lang="da-DK" dirty="0"/>
              <a:t> and </a:t>
            </a:r>
            <a:r>
              <a:rPr lang="da-DK" i="1" dirty="0"/>
              <a:t>f</a:t>
            </a:r>
            <a:r>
              <a:rPr lang="da-DK" dirty="0"/>
              <a:t>’ are </a:t>
            </a:r>
            <a:r>
              <a:rPr lang="da-DK" i="1" dirty="0"/>
              <a:t>integrable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b="1" dirty="0"/>
              <a:t>Proof: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66A87-21B0-B234-DBB8-871D8102E5E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66" y="2499057"/>
            <a:ext cx="3876267" cy="3541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074134-CBFB-3E68-C306-6069B099551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68" y="4001294"/>
            <a:ext cx="7512550" cy="210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32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9A01-60AB-CECB-84DF-92294974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Energy and Power Theorems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84869-FC51-CFD3-9ED0-323A77B92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Rayleigh’s Theorem (Energy)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b="1" dirty="0"/>
              <a:t>Parseval’s Theorem (Power)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D8676-0C4C-FEBD-D19A-080C2207E4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200" y="2662830"/>
            <a:ext cx="38656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4DA818-FB8F-3833-EEF9-0893E0FCCF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850" y="4548496"/>
            <a:ext cx="4856300" cy="39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14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E3CFE-BA12-5F0A-B762-47C9FB36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pic>
        <p:nvPicPr>
          <p:cNvPr id="5" name="Content Placeholder 4" descr="A screenshot of a math book&#10;&#10;Description automatically generated">
            <a:extLst>
              <a:ext uri="{FF2B5EF4-FFF2-40B4-BE49-F238E27FC236}">
                <a16:creationId xmlns:a16="http://schemas.microsoft.com/office/drawing/2014/main" id="{B50C32BF-4671-375C-5F37-415FF73DA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1094" y="643466"/>
            <a:ext cx="651314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22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96C6E-958E-7841-731B-F16FD6AFF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da-DK" dirty="0"/>
              <a:t>Multiple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C78D-15A4-DEF4-26A4-0D0D38CC2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>
            <a:normAutofit/>
          </a:bodyPr>
          <a:lstStyle/>
          <a:p>
            <a:r>
              <a:rPr lang="da-DK" sz="2400" dirty="0"/>
              <a:t>Until now we focused on one-dimensional signals.</a:t>
            </a:r>
          </a:p>
          <a:p>
            <a:r>
              <a:rPr lang="da-DK" sz="2400" dirty="0"/>
              <a:t>In nature, we can find a wide range of signals, depending on two or more variables, i.e., lieing in a multidimensional space.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3EF8B-5507-7490-EE80-6061C1660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32" r="2" b="2"/>
          <a:stretch/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F6740-90D9-1FC4-2C7A-5602A9AC6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05" b="1"/>
          <a:stretch/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C75723-D4C9-5813-DA4F-8201C6FA5F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22" r="-1" b="15919"/>
          <a:stretch/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84053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2B83-9365-6A43-EC77-E59E224E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Multidimensional Fourier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80005-D1EF-AF1B-1617-2779F17AC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701" y="1825625"/>
            <a:ext cx="10515600" cy="4351338"/>
          </a:xfrm>
        </p:spPr>
        <p:txBody>
          <a:bodyPr/>
          <a:lstStyle/>
          <a:p>
            <a:r>
              <a:rPr lang="da-DK" dirty="0"/>
              <a:t>The multidimensional Fourier frequency domain can by used for analysis and imaging.</a:t>
            </a:r>
          </a:p>
          <a:p>
            <a:r>
              <a:rPr lang="da-DK" b="1" dirty="0"/>
              <a:t>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6071-EEDB-7376-29A2-D2BFB9B2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05" y="4001294"/>
            <a:ext cx="2300827" cy="2295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D18C7-6216-D477-1B7B-9BCCCE2DE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596" y="4001294"/>
            <a:ext cx="4378973" cy="1935224"/>
          </a:xfrm>
          <a:prstGeom prst="rect">
            <a:avLst/>
          </a:prstGeom>
        </p:spPr>
      </p:pic>
      <p:pic>
        <p:nvPicPr>
          <p:cNvPr id="1026" name="Picture 2" descr="Geographic Synthetic Aperture Radar">
            <a:extLst>
              <a:ext uri="{FF2B5EF4-FFF2-40B4-BE49-F238E27FC236}">
                <a16:creationId xmlns:a16="http://schemas.microsoft.com/office/drawing/2014/main" id="{79CA75B4-8C70-64E0-B48E-3FAAB71B4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569" y="3941574"/>
            <a:ext cx="4495800" cy="229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850F03-AAE5-5DCD-304B-93FCE87A2074}"/>
              </a:ext>
            </a:extLst>
          </p:cNvPr>
          <p:cNvSpPr txBox="1"/>
          <p:nvPr/>
        </p:nvSpPr>
        <p:spPr>
          <a:xfrm>
            <a:off x="533805" y="3592085"/>
            <a:ext cx="1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Astronomy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FBA2D-5D02-4207-586F-5CE53296C86B}"/>
              </a:ext>
            </a:extLst>
          </p:cNvPr>
          <p:cNvSpPr txBox="1"/>
          <p:nvPr/>
        </p:nvSpPr>
        <p:spPr>
          <a:xfrm>
            <a:off x="3319111" y="3592085"/>
            <a:ext cx="230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Medical imaging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14720-AFFC-19D8-40D7-80D935F484EE}"/>
              </a:ext>
            </a:extLst>
          </p:cNvPr>
          <p:cNvSpPr txBox="1"/>
          <p:nvPr/>
        </p:nvSpPr>
        <p:spPr>
          <a:xfrm>
            <a:off x="8170048" y="3592085"/>
            <a:ext cx="320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Synthetic Aperture Radar</a:t>
            </a:r>
          </a:p>
        </p:txBody>
      </p:sp>
    </p:spTree>
    <p:extLst>
      <p:ext uri="{BB962C8B-B14F-4D97-AF65-F5344CB8AC3E}">
        <p14:creationId xmlns:p14="http://schemas.microsoft.com/office/powerpoint/2010/main" val="3490624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C71-8755-7189-71B6-955AF739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Multidimensional Fourier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2DDE-40B1-C4E8-7D64-9AD875828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 contrast to conventional imaging (intensity measured pixel-by-pixel), MRI scanners measures variation in response to different frequencies.</a:t>
            </a:r>
          </a:p>
          <a:p>
            <a:r>
              <a:rPr lang="da-DK" dirty="0"/>
              <a:t>The result is a complex image in a two-dimensional space of spatial frequencies (</a:t>
            </a:r>
            <a:r>
              <a:rPr lang="da-DK" i="1" dirty="0"/>
              <a:t>k</a:t>
            </a:r>
            <a:r>
              <a:rPr lang="da-DK" dirty="0"/>
              <a:t>-space)</a:t>
            </a:r>
            <a:r>
              <a:rPr lang="da-DK" i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5E085-DC4C-249A-2EBE-D961BC77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" y="4130675"/>
            <a:ext cx="104108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91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9DB3-E30F-8546-9FC2-8EED354B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Multidimensional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49A4-AB9B-AD2C-E175-AE1BC871B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Consider a signal </a:t>
            </a:r>
            <a:r>
              <a:rPr lang="da-DK" i="1" dirty="0"/>
              <a:t>f</a:t>
            </a:r>
            <a:r>
              <a:rPr lang="da-DK" dirty="0"/>
              <a:t>(</a:t>
            </a:r>
            <a:r>
              <a:rPr lang="da-DK" b="1" dirty="0"/>
              <a:t>x</a:t>
            </a:r>
            <a:r>
              <a:rPr lang="da-DK" dirty="0"/>
              <a:t>) with </a:t>
            </a:r>
            <a:r>
              <a:rPr lang="da-DK" b="1" dirty="0"/>
              <a:t>x</a:t>
            </a:r>
            <a:r>
              <a:rPr lang="da-DK" dirty="0"/>
              <a:t> = [</a:t>
            </a:r>
            <a:r>
              <a:rPr lang="da-DK" i="1" dirty="0"/>
              <a:t>x</a:t>
            </a:r>
            <a:r>
              <a:rPr lang="da-DK" baseline="-25000" dirty="0"/>
              <a:t>1</a:t>
            </a:r>
            <a:r>
              <a:rPr lang="da-DK" dirty="0"/>
              <a:t>, </a:t>
            </a:r>
            <a:r>
              <a:rPr lang="da-DK" i="1" dirty="0"/>
              <a:t>x</a:t>
            </a:r>
            <a:r>
              <a:rPr lang="da-DK" baseline="-25000" dirty="0"/>
              <a:t>2</a:t>
            </a:r>
            <a:r>
              <a:rPr lang="da-DK" dirty="0"/>
              <a:t>, … , </a:t>
            </a:r>
            <a:r>
              <a:rPr lang="da-DK" i="1" dirty="0"/>
              <a:t>x</a:t>
            </a:r>
            <a:r>
              <a:rPr lang="da-DK" i="1" baseline="-25000" dirty="0"/>
              <a:t>N</a:t>
            </a:r>
            <a:r>
              <a:rPr lang="da-DK" dirty="0"/>
              <a:t>]</a:t>
            </a:r>
            <a:r>
              <a:rPr lang="da-DK" baseline="30000" dirty="0"/>
              <a:t>T</a:t>
            </a:r>
            <a:r>
              <a:rPr lang="da-DK" dirty="0"/>
              <a:t> , (</a:t>
            </a:r>
            <a:r>
              <a:rPr lang="da-DK" i="1" dirty="0"/>
              <a:t>x</a:t>
            </a:r>
            <a:r>
              <a:rPr lang="da-DK" i="1" baseline="-25000" dirty="0"/>
              <a:t>n</a:t>
            </a:r>
            <a:r>
              <a:rPr lang="da-DK" baseline="-25000" dirty="0"/>
              <a:t> </a:t>
            </a:r>
            <a:r>
              <a:rPr lang="da-DK" dirty="0"/>
              <a:t>is real). Then,</a:t>
            </a:r>
          </a:p>
          <a:p>
            <a:r>
              <a:rPr lang="da-DK" b="1" dirty="0"/>
              <a:t>Fourier Transform (analysis)</a:t>
            </a:r>
          </a:p>
          <a:p>
            <a:endParaRPr lang="da-DK" b="1" dirty="0"/>
          </a:p>
          <a:p>
            <a:endParaRPr lang="da-DK" b="1" dirty="0"/>
          </a:p>
          <a:p>
            <a:endParaRPr lang="da-DK" b="1" dirty="0"/>
          </a:p>
          <a:p>
            <a:r>
              <a:rPr lang="da-DK" b="1" dirty="0"/>
              <a:t>Inverse Fourier Transform (synthesis)</a:t>
            </a:r>
          </a:p>
          <a:p>
            <a:endParaRPr lang="da-DK" b="1" dirty="0"/>
          </a:p>
          <a:p>
            <a:r>
              <a:rPr lang="da-DK" dirty="0"/>
              <a:t>where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5CF26B-5EA1-8459-B808-6DA4A227CCD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010" y="2866090"/>
            <a:ext cx="9751811" cy="14899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D5ACFB-2162-CA2F-8AC1-63DF9EDFC9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389" y="4911220"/>
            <a:ext cx="6579222" cy="4852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C5555C-645A-5F84-0038-487879C9878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612" y="5723523"/>
            <a:ext cx="3274666" cy="505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3D88BCF-6773-93F7-AB6E-2435F9F69969}"/>
              </a:ext>
            </a:extLst>
          </p:cNvPr>
          <p:cNvSpPr txBox="1"/>
          <p:nvPr/>
        </p:nvSpPr>
        <p:spPr>
          <a:xfrm>
            <a:off x="5295331" y="5826379"/>
            <a:ext cx="3926507" cy="376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(Multidimensional frequency vector)</a:t>
            </a:r>
          </a:p>
        </p:txBody>
      </p:sp>
    </p:spTree>
    <p:extLst>
      <p:ext uri="{BB962C8B-B14F-4D97-AF65-F5344CB8AC3E}">
        <p14:creationId xmlns:p14="http://schemas.microsoft.com/office/powerpoint/2010/main" val="1215949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5D44-1391-194E-BD7A-408EA28D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Vector of Frequencies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6345-ADE7-5659-F463-B05CF219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r>
              <a:rPr lang="en-US" dirty="0"/>
              <a:t>Let examine a two-dimensional case:</a:t>
            </a:r>
          </a:p>
          <a:p>
            <a:endParaRPr lang="en-US" dirty="0"/>
          </a:p>
          <a:p>
            <a:r>
              <a:rPr lang="en-US" dirty="0"/>
              <a:t>Regardless of the sign, the exponential function equals 1 if the vector product is an integer, </a:t>
            </a:r>
            <a:r>
              <a:rPr lang="en-US" i="1" dirty="0"/>
              <a:t>n</a:t>
            </a:r>
          </a:p>
          <a:p>
            <a:endParaRPr lang="en-US" i="1" dirty="0"/>
          </a:p>
          <a:p>
            <a:r>
              <a:rPr lang="en-US" dirty="0"/>
              <a:t>For a fixed frequency vector, the equation corresponds to a </a:t>
            </a:r>
            <a:r>
              <a:rPr lang="en-US" i="1" dirty="0"/>
              <a:t>family of parallel lines </a:t>
            </a:r>
            <a:r>
              <a:rPr lang="en-US" dirty="0"/>
              <a:t>in the (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) plane, normal to the frequency vector</a:t>
            </a:r>
          </a:p>
          <a:p>
            <a:r>
              <a:rPr lang="en-US" i="1" dirty="0"/>
              <a:t>Distance</a:t>
            </a:r>
            <a:r>
              <a:rPr lang="en-US" dirty="0"/>
              <a:t> between two consecutive lines: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DE411-52C1-D57C-8244-D111768994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740" y="2362581"/>
            <a:ext cx="4257046" cy="3661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83493A-86ED-ECCB-7FEF-482B5EC779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332" y="3744280"/>
            <a:ext cx="2581333" cy="2602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B429A4-CC01-FC50-D695-85B67D0A22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398" y="5703900"/>
            <a:ext cx="3987200" cy="6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D6BA-1AFE-1400-1918-88A68ED0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Harmonics and Periodicity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BA5C-FBD8-88B0-1A55-7A3617D78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We may now parametrize </a:t>
            </a:r>
            <a:r>
              <a:rPr lang="da-DK" b="1" dirty="0"/>
              <a:t>x</a:t>
            </a:r>
            <a:r>
              <a:rPr lang="da-DK" dirty="0"/>
              <a:t> using the normalized frequency vector (</a:t>
            </a:r>
            <a:r>
              <a:rPr lang="da-DK" b="1" dirty="0"/>
              <a:t>a </a:t>
            </a:r>
            <a:r>
              <a:rPr lang="da-DK" dirty="0"/>
              <a:t>= [</a:t>
            </a:r>
            <a:r>
              <a:rPr lang="da-DK" i="1" dirty="0"/>
              <a:t>a</a:t>
            </a:r>
            <a:r>
              <a:rPr lang="da-DK" baseline="-25000" dirty="0"/>
              <a:t>1</a:t>
            </a:r>
            <a:r>
              <a:rPr lang="da-DK" dirty="0"/>
              <a:t>, </a:t>
            </a:r>
            <a:r>
              <a:rPr lang="da-DK" i="1" dirty="0"/>
              <a:t>a</a:t>
            </a:r>
            <a:r>
              <a:rPr lang="da-DK" baseline="-25000" dirty="0"/>
              <a:t>2</a:t>
            </a:r>
            <a:r>
              <a:rPr lang="da-DK" dirty="0"/>
              <a:t>]</a:t>
            </a:r>
            <a:r>
              <a:rPr lang="da-DK" baseline="30000" dirty="0"/>
              <a:t>T</a:t>
            </a:r>
            <a:r>
              <a:rPr lang="da-DK" dirty="0"/>
              <a:t>) is a starting point)</a:t>
            </a:r>
          </a:p>
          <a:p>
            <a:endParaRPr lang="da-DK" dirty="0"/>
          </a:p>
          <a:p>
            <a:r>
              <a:rPr lang="da-DK" dirty="0"/>
              <a:t>The complex exponential function then becomes</a:t>
            </a:r>
          </a:p>
          <a:p>
            <a:endParaRPr lang="da-DK" dirty="0"/>
          </a:p>
          <a:p>
            <a:r>
              <a:rPr lang="da-DK" dirty="0"/>
              <a:t>The first term is </a:t>
            </a:r>
            <a:r>
              <a:rPr lang="da-DK" i="1" dirty="0"/>
              <a:t>constant</a:t>
            </a:r>
            <a:r>
              <a:rPr lang="da-DK" dirty="0"/>
              <a:t>, not depending on </a:t>
            </a:r>
            <a:r>
              <a:rPr lang="da-DK" i="1" dirty="0"/>
              <a:t>t</a:t>
            </a:r>
            <a:r>
              <a:rPr lang="da-DK" dirty="0"/>
              <a:t>.</a:t>
            </a:r>
          </a:p>
          <a:p>
            <a:r>
              <a:rPr lang="da-DK" dirty="0"/>
              <a:t>The second term is </a:t>
            </a:r>
            <a:r>
              <a:rPr lang="da-DK" i="1" dirty="0"/>
              <a:t>periodic</a:t>
            </a:r>
            <a:r>
              <a:rPr lang="da-DK" dirty="0"/>
              <a:t> with period 1/||</a:t>
            </a:r>
            <a:r>
              <a:rPr lang="el-GR" b="1" i="1" dirty="0"/>
              <a:t>ω</a:t>
            </a:r>
            <a:r>
              <a:rPr lang="da-DK" dirty="0"/>
              <a:t>||.</a:t>
            </a:r>
          </a:p>
          <a:p>
            <a:r>
              <a:rPr lang="da-DK" dirty="0"/>
              <a:t>Allows us to keep most of the terminology from the 1-D case.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B5135-DC33-7687-6C27-5D442DDEC2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400" y="2840321"/>
            <a:ext cx="2387200" cy="4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09AE46-607B-1DB6-1134-DAED199B7DB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800" y="3750236"/>
            <a:ext cx="5030400" cy="36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00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A4B5-CD65-74C8-185B-1483EA05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Harmonics and Periodicity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B91C18-B17F-9501-6247-0541995FB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82257" y="1825625"/>
            <a:ext cx="4427486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EE1922-7820-E9F3-2366-11C612EECC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950" y="3857625"/>
            <a:ext cx="193965" cy="1333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D69635-5398-A569-F43C-AA9D56BF86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550" y="3857625"/>
            <a:ext cx="193965" cy="1333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94792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ED9C-AB1C-39BE-D231-2A9F9C5D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Separable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E92E-985D-4198-ABFD-2376549A5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In some cases, a function </a:t>
            </a:r>
            <a:r>
              <a:rPr lang="da-DK" i="1" dirty="0"/>
              <a:t>f</a:t>
            </a:r>
            <a:r>
              <a:rPr lang="da-DK" dirty="0"/>
              <a:t>(</a:t>
            </a:r>
            <a:r>
              <a:rPr lang="da-DK" b="1" dirty="0"/>
              <a:t>x</a:t>
            </a:r>
            <a:r>
              <a:rPr lang="da-DK" dirty="0"/>
              <a:t>) of </a:t>
            </a:r>
            <a:r>
              <a:rPr lang="da-DK" i="1" dirty="0"/>
              <a:t>N</a:t>
            </a:r>
            <a:r>
              <a:rPr lang="da-DK" dirty="0"/>
              <a:t> variables may be written as </a:t>
            </a:r>
            <a:r>
              <a:rPr lang="da-DK" i="1" dirty="0"/>
              <a:t>N</a:t>
            </a:r>
            <a:r>
              <a:rPr lang="da-DK" dirty="0"/>
              <a:t> functions of one variable:</a:t>
            </a:r>
          </a:p>
          <a:p>
            <a:endParaRPr lang="da-DK" dirty="0"/>
          </a:p>
          <a:p>
            <a:r>
              <a:rPr lang="da-DK" dirty="0"/>
              <a:t>This significantly simplifies the Fourier analysis, since  (in 2-D)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b="1" dirty="0"/>
              <a:t>In general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1F3EE-5900-64AB-C2F7-963BE1EEDF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733" y="2692400"/>
            <a:ext cx="6184533" cy="35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0D2A9B-BD71-C66B-A1A9-2FE95B4E0C7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474" y="3704136"/>
            <a:ext cx="6595047" cy="1601524"/>
          </a:xfrm>
          <a:prstGeom prst="rect">
            <a:avLst/>
          </a:prstGeom>
        </p:spPr>
      </p:pic>
      <p:pic>
        <p:nvPicPr>
          <p:cNvPr id="8" name="Billede 7" descr="\documentclass{article}&#10;\usepackage{amsmath}&#10;\pagestyle{empty}&#10;\begin{document}&#10;&#10;$&#10;\mathcal{F}\{f(x_1,x_2,\ldots,x_N)\} = \mathcal{F}\{f_1(x_1)\}\mathcal{F}\{f_2(x_2)\}\cdots\mathcal{F}\{f_N(x_N)\}&#10;$&#10;&#10;&#10;\end{document}" title="IguanaTex Picture Display">
            <a:extLst>
              <a:ext uri="{FF2B5EF4-FFF2-40B4-BE49-F238E27FC236}">
                <a16:creationId xmlns:a16="http://schemas.microsoft.com/office/drawing/2014/main" id="{8ED61895-E26A-8CBF-36A6-06E2F92A308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812" y="5820028"/>
            <a:ext cx="9304372" cy="35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32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4BE10-4FCD-5144-4ACE-58B93936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General Properties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87A414F5-8413-094B-B5FD-11F232E64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946" y="1441342"/>
            <a:ext cx="8196107" cy="5284922"/>
          </a:xfrm>
        </p:spPr>
      </p:pic>
    </p:spTree>
    <p:extLst>
      <p:ext uri="{BB962C8B-B14F-4D97-AF65-F5344CB8AC3E}">
        <p14:creationId xmlns:p14="http://schemas.microsoft.com/office/powerpoint/2010/main" val="1540780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8FAA57-A056-EE3E-B9A0-8CB5615B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General </a:t>
            </a:r>
            <a:r>
              <a:rPr lang="da-DK" dirty="0" err="1"/>
              <a:t>Stretch</a:t>
            </a:r>
            <a:r>
              <a:rPr lang="da-DK" dirty="0"/>
              <a:t> </a:t>
            </a:r>
            <a:r>
              <a:rPr lang="da-DK" dirty="0" err="1"/>
              <a:t>Theorem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2895D93-C7B2-4D82-0651-85A345501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any linear transformation, </a:t>
            </a:r>
            <a:r>
              <a:rPr lang="en-US" b="1" dirty="0"/>
              <a:t>A</a:t>
            </a:r>
            <a:r>
              <a:rPr lang="en-US" dirty="0"/>
              <a:t>, of the input data, its corresponding Fourier transform is given by: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Rotations is a particular kind of linear transformation.</a:t>
            </a:r>
          </a:p>
          <a:p>
            <a:r>
              <a:rPr lang="en-US" dirty="0"/>
              <a:t>The rotation matrix, </a:t>
            </a:r>
            <a:r>
              <a:rPr lang="en-US" b="1" dirty="0"/>
              <a:t>R</a:t>
            </a:r>
            <a:r>
              <a:rPr lang="en-US" dirty="0"/>
              <a:t>, has the special property that </a:t>
            </a:r>
            <a:r>
              <a:rPr lang="en-US" b="1" dirty="0"/>
              <a:t>R </a:t>
            </a:r>
            <a:r>
              <a:rPr lang="en-US" dirty="0"/>
              <a:t>= </a:t>
            </a:r>
            <a:r>
              <a:rPr lang="en-US" b="1" dirty="0"/>
              <a:t>R</a:t>
            </a:r>
            <a:r>
              <a:rPr lang="en-US" baseline="30000" dirty="0"/>
              <a:t>-T </a:t>
            </a:r>
            <a:r>
              <a:rPr lang="en-US" dirty="0"/>
              <a:t>and det(</a:t>
            </a:r>
            <a:r>
              <a:rPr lang="en-US" b="1" dirty="0"/>
              <a:t>R</a:t>
            </a:r>
            <a:r>
              <a:rPr lang="en-US" dirty="0"/>
              <a:t>) = 1, i.e.,</a:t>
            </a:r>
          </a:p>
          <a:p>
            <a:endParaRPr lang="en-US" baseline="30000" dirty="0"/>
          </a:p>
          <a:p>
            <a:pPr marL="0" indent="0">
              <a:buNone/>
            </a:pPr>
            <a:endParaRPr lang="en-US" baseline="30000" dirty="0"/>
          </a:p>
          <a:p>
            <a:endParaRPr lang="da-DK" dirty="0"/>
          </a:p>
        </p:txBody>
      </p:sp>
      <p:pic>
        <p:nvPicPr>
          <p:cNvPr id="7" name="Billede 6" descr="\documentclass{article}&#10;\usepackage{amsmath}&#10;\pagestyle{empty}&#10;\begin{document}&#10;&#10;$&#10;\mathcal{F}\{f(\mathbf{Ax})\}=\frac{1}{|\det(\mathbf{A})|}F(\mathbf{A}^{-T}\boldsymbol{\omega})&#10;$&#10;&#10;&#10;\end{document}" title="IguanaTex Picture Display">
            <a:extLst>
              <a:ext uri="{FF2B5EF4-FFF2-40B4-BE49-F238E27FC236}">
                <a16:creationId xmlns:a16="http://schemas.microsoft.com/office/drawing/2014/main" id="{7977BBDB-DCAB-F2FC-DC79-136EC40E78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726" y="2938386"/>
            <a:ext cx="4818547" cy="490614"/>
          </a:xfrm>
          <a:prstGeom prst="rect">
            <a:avLst/>
          </a:prstGeom>
        </p:spPr>
      </p:pic>
      <p:pic>
        <p:nvPicPr>
          <p:cNvPr id="9" name="Billede 8" descr="\documentclass{article}&#10;\usepackage{amsmath}&#10;\pagestyle{empty}&#10;\begin{document}&#10;&#10;$&#10;\mathcal{F}\{f(\mathbf{Rx})\}=F(\mathbf{R}\boldsymbol{\omega})&#10;$&#10;&#10;\end{document}" title="IguanaTex Picture Display">
            <a:extLst>
              <a:ext uri="{FF2B5EF4-FFF2-40B4-BE49-F238E27FC236}">
                <a16:creationId xmlns:a16="http://schemas.microsoft.com/office/drawing/2014/main" id="{ABBCB23A-76BE-4157-2A03-D34DD509381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732" y="4898191"/>
            <a:ext cx="3208533" cy="35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49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59B3D-8EB3-9726-9FE9-BF16CFF2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Sampling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481272-2D37-553C-BAEB-4B3ECECCC9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define</a:t>
            </a:r>
            <a:r>
              <a:rPr lang="da-DK" dirty="0"/>
              <a:t> the sampling </a:t>
            </a:r>
            <a:r>
              <a:rPr lang="da-DK" dirty="0" err="1"/>
              <a:t>function</a:t>
            </a:r>
            <a:r>
              <a:rPr lang="da-DK" dirty="0"/>
              <a:t> as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Using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sampling </a:t>
            </a:r>
            <a:r>
              <a:rPr lang="da-DK" dirty="0" err="1"/>
              <a:t>any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 as</a:t>
            </a:r>
          </a:p>
        </p:txBody>
      </p:sp>
      <p:pic>
        <p:nvPicPr>
          <p:cNvPr id="9" name="Billede 8" descr="\documentclass{article}&#10;\usepackage{amsmath}&#10;\pagestyle{empty}&#10;\DeclareFontFamily{U}{wncy}{}&#10;\DeclareFontShape{U}{wncy}{m}{n}{&lt;-&gt;wncyr10}{}&#10;\DeclareSymbolFont{mcy}{U}{wncy}{m}{n}&#10;\DeclareMathSymbol{\Sh}{\mathord}{mcy}{&quot;58} &#10;&#10;\begin{document}&#10;&#10;$&#10;\Sh_T(x) = \sum_{n=-\infty}^\infty\delta(x-nT)&#10;$&#10;&#10;\end{document}" title="IguanaTex Picture Display">
            <a:extLst>
              <a:ext uri="{FF2B5EF4-FFF2-40B4-BE49-F238E27FC236}">
                <a16:creationId xmlns:a16="http://schemas.microsoft.com/office/drawing/2014/main" id="{9587DE82-43A6-547A-18FE-416404BB2EB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78" y="2987928"/>
            <a:ext cx="4429044" cy="399595"/>
          </a:xfrm>
          <a:prstGeom prst="rect">
            <a:avLst/>
          </a:prstGeom>
        </p:spPr>
      </p:pic>
      <p:pic>
        <p:nvPicPr>
          <p:cNvPr id="11" name="Billede 10" descr="\documentclass{article}&#10;\usepackage{amsmath}&#10;\pagestyle{empty}&#10;\DeclareFontFamily{U}{wncy}{}&#10;\DeclareFontShape{U}{wncy}{m}{n}{&lt;-&gt;wncyr10}{}&#10;\DeclareSymbolFont{mcy}{U}{wncy}{m}{n}&#10;\DeclareMathSymbol{\Sh}{\mathord}{mcy}{&quot;58} &#10;&#10;\begin{document}&#10;&#10;$&#10;\Sh(x)f(x) = \sum_{n=-\infty}^\infty f(x-n)&#10;$&#10;&#10;\end{document}" title="IguanaTex Picture Display">
            <a:extLst>
              <a:ext uri="{FF2B5EF4-FFF2-40B4-BE49-F238E27FC236}">
                <a16:creationId xmlns:a16="http://schemas.microsoft.com/office/drawing/2014/main" id="{FD539381-C657-B21C-451C-1F3AB422260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33" y="4884698"/>
            <a:ext cx="4680533" cy="398933"/>
          </a:xfrm>
          <a:prstGeom prst="rect">
            <a:avLst/>
          </a:prstGeom>
        </p:spPr>
      </p:pic>
      <p:pic>
        <p:nvPicPr>
          <p:cNvPr id="15" name="Pladsholder til indhold 14">
            <a:extLst>
              <a:ext uri="{FF2B5EF4-FFF2-40B4-BE49-F238E27FC236}">
                <a16:creationId xmlns:a16="http://schemas.microsoft.com/office/drawing/2014/main" id="{0123ED77-4653-9517-C56A-FAADEE55A7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6709092" y="1825625"/>
            <a:ext cx="41078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07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28C2B4C-9833-1662-9033-799088DB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Sampling Rate</a:t>
            </a:r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524E7AC2-D787-059B-AF98-8C2F7F4C4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568" y="1399309"/>
            <a:ext cx="5960864" cy="5458691"/>
          </a:xfrm>
        </p:spPr>
      </p:pic>
    </p:spTree>
    <p:extLst>
      <p:ext uri="{BB962C8B-B14F-4D97-AF65-F5344CB8AC3E}">
        <p14:creationId xmlns:p14="http://schemas.microsoft.com/office/powerpoint/2010/main" val="3898065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7D55D-0458-14E7-0BDF-D33A99B3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Nyquist</a:t>
            </a:r>
            <a:r>
              <a:rPr lang="da-DK" dirty="0"/>
              <a:t> Sampling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83BDD6-2344-DEF2-27AB-B86AA6CC7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Suppose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given samples of a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 Can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reconstruct</a:t>
            </a:r>
            <a:r>
              <a:rPr lang="da-DK" dirty="0">
                <a:sym typeface="Wingdings" panose="05000000000000000000" pitchFamily="2" charset="2"/>
              </a:rPr>
              <a:t> the </a:t>
            </a:r>
            <a:r>
              <a:rPr lang="da-DK" dirty="0" err="1">
                <a:sym typeface="Wingdings" panose="05000000000000000000" pitchFamily="2" charset="2"/>
              </a:rPr>
              <a:t>function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i="1" dirty="0" err="1">
                <a:sym typeface="Wingdings" panose="05000000000000000000" pitchFamily="2" charset="2"/>
              </a:rPr>
              <a:t>perfectly</a:t>
            </a:r>
            <a:r>
              <a:rPr lang="da-DK" dirty="0">
                <a:sym typeface="Wingdings" panose="05000000000000000000" pitchFamily="2" charset="2"/>
              </a:rPr>
              <a:t>?</a:t>
            </a:r>
          </a:p>
          <a:p>
            <a:endParaRPr lang="da-DK" b="1" dirty="0">
              <a:sym typeface="Wingdings" panose="05000000000000000000" pitchFamily="2" charset="2"/>
            </a:endParaRPr>
          </a:p>
          <a:p>
            <a:r>
              <a:rPr lang="da-DK" b="1" dirty="0" err="1">
                <a:sym typeface="Wingdings" panose="05000000000000000000" pitchFamily="2" charset="2"/>
              </a:rPr>
              <a:t>Nyquist</a:t>
            </a:r>
            <a:r>
              <a:rPr lang="da-DK" b="1" dirty="0">
                <a:sym typeface="Wingdings" panose="05000000000000000000" pitchFamily="2" charset="2"/>
              </a:rPr>
              <a:t> Sampling </a:t>
            </a:r>
            <a:r>
              <a:rPr lang="da-DK" b="1" dirty="0" err="1">
                <a:sym typeface="Wingdings" panose="05000000000000000000" pitchFamily="2" charset="2"/>
              </a:rPr>
              <a:t>Theorem</a:t>
            </a:r>
            <a:endParaRPr lang="da-DK" dirty="0">
              <a:sym typeface="Wingdings" panose="05000000000000000000" pitchFamily="2" charset="2"/>
            </a:endParaRPr>
          </a:p>
          <a:p>
            <a:pPr lvl="1"/>
            <a:r>
              <a:rPr lang="da-DK" dirty="0">
                <a:sym typeface="Wingdings" panose="05000000000000000000" pitchFamily="2" charset="2"/>
              </a:rPr>
              <a:t>Let </a:t>
            </a:r>
            <a:r>
              <a:rPr lang="da-DK" i="1" dirty="0">
                <a:sym typeface="Wingdings" panose="05000000000000000000" pitchFamily="2" charset="2"/>
              </a:rPr>
              <a:t>f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be</a:t>
            </a:r>
            <a:r>
              <a:rPr lang="da-DK" dirty="0">
                <a:sym typeface="Wingdings" panose="05000000000000000000" pitchFamily="2" charset="2"/>
              </a:rPr>
              <a:t> a signal with band-limit </a:t>
            </a:r>
            <a:r>
              <a:rPr lang="da-DK" i="1" dirty="0">
                <a:sym typeface="Wingdings" panose="05000000000000000000" pitchFamily="2" charset="2"/>
              </a:rPr>
              <a:t>B</a:t>
            </a:r>
            <a:r>
              <a:rPr lang="da-DK" dirty="0">
                <a:sym typeface="Wingdings" panose="05000000000000000000" pitchFamily="2" charset="2"/>
              </a:rPr>
              <a:t>. </a:t>
            </a:r>
          </a:p>
          <a:p>
            <a:pPr lvl="1"/>
            <a:r>
              <a:rPr lang="da-DK" dirty="0" err="1">
                <a:sym typeface="Wingdings" panose="05000000000000000000" pitchFamily="2" charset="2"/>
              </a:rPr>
              <a:t>Then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can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reconstruct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i="1" dirty="0">
                <a:sym typeface="Wingdings" panose="05000000000000000000" pitchFamily="2" charset="2"/>
              </a:rPr>
              <a:t>f </a:t>
            </a:r>
            <a:r>
              <a:rPr lang="da-DK" i="1" dirty="0" err="1">
                <a:sym typeface="Wingdings" panose="05000000000000000000" pitchFamily="2" charset="2"/>
              </a:rPr>
              <a:t>exactly</a:t>
            </a:r>
            <a:r>
              <a:rPr lang="da-DK" dirty="0">
                <a:sym typeface="Wingdings" panose="05000000000000000000" pitchFamily="2" charset="2"/>
              </a:rPr>
              <a:t> as long as the sampling </a:t>
            </a:r>
            <a:r>
              <a:rPr lang="da-DK" dirty="0" err="1">
                <a:sym typeface="Wingdings" panose="05000000000000000000" pitchFamily="2" charset="2"/>
              </a:rPr>
              <a:t>frequency</a:t>
            </a:r>
            <a:r>
              <a:rPr lang="da-DK" dirty="0">
                <a:sym typeface="Wingdings" panose="05000000000000000000" pitchFamily="2" charset="2"/>
              </a:rPr>
              <a:t> is </a:t>
            </a:r>
            <a:r>
              <a:rPr lang="da-DK" dirty="0" err="1">
                <a:sym typeface="Wingdings" panose="05000000000000000000" pitchFamily="2" charset="2"/>
              </a:rPr>
              <a:t>greater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than</a:t>
            </a:r>
            <a:r>
              <a:rPr lang="da-DK" dirty="0">
                <a:sym typeface="Wingdings" panose="05000000000000000000" pitchFamily="2" charset="2"/>
              </a:rPr>
              <a:t> 2</a:t>
            </a:r>
            <a:r>
              <a:rPr lang="da-DK" i="1" dirty="0">
                <a:sym typeface="Wingdings" panose="05000000000000000000" pitchFamily="2" charset="2"/>
              </a:rPr>
              <a:t>B.</a:t>
            </a:r>
            <a:endParaRPr lang="da-DK" i="1" dirty="0"/>
          </a:p>
        </p:txBody>
      </p:sp>
    </p:spTree>
    <p:extLst>
      <p:ext uri="{BB962C8B-B14F-4D97-AF65-F5344CB8AC3E}">
        <p14:creationId xmlns:p14="http://schemas.microsoft.com/office/powerpoint/2010/main" val="3857248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BF3FA-5304-B45B-0F1F-C4C0B6A7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Multidimensional</a:t>
            </a:r>
            <a:r>
              <a:rPr lang="da-DK" dirty="0"/>
              <a:t> </a:t>
            </a:r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Fourier</a:t>
            </a:r>
            <a:r>
              <a:rPr lang="da-DK" dirty="0"/>
              <a:t> </a:t>
            </a:r>
            <a:r>
              <a:rPr lang="da-DK" dirty="0" err="1"/>
              <a:t>Transform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3078B2-BC8D-1852-DBD0-E1CA9E4C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MD DFT is a </a:t>
            </a:r>
            <a:r>
              <a:rPr lang="da-DK" dirty="0" err="1"/>
              <a:t>sampled</a:t>
            </a:r>
            <a:r>
              <a:rPr lang="da-DK" dirty="0"/>
              <a:t> version of the </a:t>
            </a:r>
            <a:r>
              <a:rPr lang="da-DK" dirty="0" err="1"/>
              <a:t>discrete</a:t>
            </a:r>
            <a:r>
              <a:rPr lang="da-DK" dirty="0"/>
              <a:t>-domain FT. </a:t>
            </a:r>
          </a:p>
          <a:p>
            <a:r>
              <a:rPr lang="da-DK" dirty="0" err="1"/>
              <a:t>Obtained</a:t>
            </a:r>
            <a:r>
              <a:rPr lang="da-DK" dirty="0"/>
              <a:t> by </a:t>
            </a:r>
            <a:r>
              <a:rPr lang="da-DK" dirty="0" err="1"/>
              <a:t>evaluating</a:t>
            </a:r>
            <a:r>
              <a:rPr lang="da-DK" dirty="0"/>
              <a:t> it at </a:t>
            </a:r>
            <a:r>
              <a:rPr lang="da-DK" dirty="0" err="1"/>
              <a:t>uniformly</a:t>
            </a:r>
            <a:r>
              <a:rPr lang="da-DK" dirty="0"/>
              <a:t> </a:t>
            </a:r>
            <a:r>
              <a:rPr lang="da-DK" dirty="0" err="1"/>
              <a:t>spaced</a:t>
            </a:r>
            <a:r>
              <a:rPr lang="da-DK" dirty="0"/>
              <a:t> sample </a:t>
            </a:r>
            <a:r>
              <a:rPr lang="da-DK" dirty="0" err="1"/>
              <a:t>frequencies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The inverse MD DFT:</a:t>
            </a:r>
          </a:p>
          <a:p>
            <a:endParaRPr lang="da-DK" dirty="0"/>
          </a:p>
        </p:txBody>
      </p:sp>
      <p:pic>
        <p:nvPicPr>
          <p:cNvPr id="13" name="Billede 12" descr="\documentclass{article}&#10;\usepackage{amsmath}&#10;\pagestyle{empty}&#10;\begin{document}&#10;&#10;$&#10;F(\mathbf{k})=\sum_{n_1=0}^{N_1-1}\cdots\sum_{n_m=0}^{N_m-1}f(\mathbf{x})e^{-j2\pi\left(\frac{n_1K_1}{N_1}+\cdots+\frac{n_mK_m}{N_m}\right)}&#10;$&#10;&#10;\end{document}" title="IguanaTex Picture Display">
            <a:extLst>
              <a:ext uri="{FF2B5EF4-FFF2-40B4-BE49-F238E27FC236}">
                <a16:creationId xmlns:a16="http://schemas.microsoft.com/office/drawing/2014/main" id="{CA5DB642-2C00-F935-2020-AF85AF4C9A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183" y="2931005"/>
            <a:ext cx="8301633" cy="636283"/>
          </a:xfrm>
          <a:prstGeom prst="rect">
            <a:avLst/>
          </a:prstGeom>
        </p:spPr>
      </p:pic>
      <p:pic>
        <p:nvPicPr>
          <p:cNvPr id="15" name="Billede 14" descr="\documentclass{article}&#10;\usepackage{amsmath}&#10;\pagestyle{empty}&#10;\begin{document}&#10;&#10;$&#10;f(\mathbf{x})=\frac{1}{N_1\cdots N_m}\sum_{n_1=0}^{N_1-1}\cdots\sum_{n_m=0}^{N_m-1}F(\mathbf{k})e^{j2\pi\left(\frac{n_1K_1}{N_1}+\cdots+\frac{n_mK_m}{N_m}\right)}&#10;$&#10;&#10;\end{document}" title="IguanaTex Picture Display">
            <a:extLst>
              <a:ext uri="{FF2B5EF4-FFF2-40B4-BE49-F238E27FC236}">
                <a16:creationId xmlns:a16="http://schemas.microsoft.com/office/drawing/2014/main" id="{16217B96-207D-9791-AF4D-69F4BDB8459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799" y="4548925"/>
            <a:ext cx="9286399" cy="6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1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9824"/>
  <p:tag name="ORIGINALWIDTH" val="1241,845"/>
  <p:tag name="OUTPUTTYPE" val="PNG"/>
  <p:tag name="IGUANATEXVERSION" val="161"/>
  <p:tag name="LATEXADDIN" val="\documentclass{article}&#10;\usepackage{amsmath}&#10;\pagestyle{empty}&#10;\begin{document}&#10;&#10;$&#10;f(t)=\sum_{n=-\infty}^{\infty}a_nf_n(t)&#10;$&#10;&#10;\end{document}"/>
  <p:tag name="IGUANATEXSIZE" val="28"/>
  <p:tag name="IGUANATEXCURSOR" val="12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824,147"/>
  <p:tag name="OUTPUTTYPE" val="PNG"/>
  <p:tag name="IGUANATEXVERSION" val="161"/>
  <p:tag name="LATEXADDIN" val="\documentclass{article}&#10;\usepackage{amsmath}&#10;\pagestyle{empty}&#10;\begin{document}&#10;&#10;$t\in[-T/2;T/2]$&#10;&#10;&#10;\end{document}"/>
  <p:tag name="IGUANATEXSIZE" val="28"/>
  <p:tag name="IGUANATEXCURSOR" val="9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2313"/>
  <p:tag name="ORIGINALWIDTH" val="1397,825"/>
  <p:tag name="OUTPUTTYPE" val="PNG"/>
  <p:tag name="IGUANATEXVERSION" val="161"/>
  <p:tag name="LATEXADDIN" val="\documentclass{article}&#10;\usepackage{amsmath}&#10;\pagestyle{empty}&#10;\begin{document}&#10;&#10;$&#10;f(t)=\sum_{k=-\infty}^{\infty}a_ke^{j2\pi kt/T}&#10;$&#10;&#10;&#10;\end{document}"/>
  <p:tag name="IGUANATEXSIZE" val="28"/>
  <p:tag name="IGUANATEXCURSOR" val="12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1406,074"/>
  <p:tag name="OUTPUTTYPE" val="PNG"/>
  <p:tag name="IGUANATEXVERSION" val="161"/>
  <p:tag name="LATEXADDIN" val="\documentclass{article}&#10;\usepackage{amsmath}&#10;\pagestyle{empty}&#10;\begin{document}&#10;&#10;$&#10;a_k = \frac{1}{T}\int_Tf(t)e^{-j2\pi kt/T}dt&#10;$&#10;\end{document}"/>
  <p:tag name="IGUANATEXSIZE" val="28"/>
  <p:tag name="IGUANATEXCURSOR" val="12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,48929"/>
  <p:tag name="ORIGINALWIDTH" val="398,9502"/>
  <p:tag name="OUTPUTTYPE" val="PNG"/>
  <p:tag name="IGUANATEXVERSION" val="161"/>
  <p:tag name="LATEXADDIN" val="\documentclass{article}&#10;\usepackage{amsmath}&#10;\pagestyle{empty}&#10;\begin{document}&#10;&#10;$T\rightarrow\infty$&#10;&#10;&#10;\end{document}"/>
  <p:tag name="IGUANATEXSIZE" val="24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2033,746"/>
  <p:tag name="OUTPUTTYPE" val="PNG"/>
  <p:tag name="IGUANATEXVERSION" val="161"/>
  <p:tag name="LATEXADDIN" val="\documentclass{article}&#10;\usepackage{amsmath}&#10;\pagestyle{empty}&#10;\begin{document}&#10;&#10;$&#10;F(\omega) = \mathcal{F}\{f(t)\}=\int_{-\infty}^\infty f(t)e^{-j2\pi \omega t}dt&#10;$&#10;\end{document}"/>
  <p:tag name="IGUANATEXSIZE" val="28"/>
  <p:tag name="IGUANATEXCURSOR" val="16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2182,227"/>
  <p:tag name="OUTPUTTYPE" val="PNG"/>
  <p:tag name="IGUANATEXVERSION" val="161"/>
  <p:tag name="LATEXADDIN" val="\documentclass{article}&#10;\usepackage{amsmath}&#10;\pagestyle{empty}&#10;\begin{document}&#10;&#10;$f(t) = \mathcal{F}^{-1}\{F(\omega)\}=\int_{-\infty}^\infty F(\omega)e^{j2\pi\omega t}d\omega$&#10;&#10;&#10;\end{document}"/>
  <p:tag name="IGUANATEXSIZE" val="28"/>
  <p:tag name="IGUANATEXCURSOR" val="17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298,838"/>
  <p:tag name="OUTPUTTYPE" val="PNG"/>
  <p:tag name="IGUANATEXVERSION" val="161"/>
  <p:tag name="LATEXADDIN" val="\documentclass{article}&#10;\usepackage{amsmath}&#10;\pagestyle{empty}&#10;\begin{document}&#10;&#10;$f(t) = \begin{cases}1&amp; -\frac{1}{2}\leq 0 \leq \frac{1}{2}\\0&amp;\mathrm{otherwise}\end{cases}$&#10;&#10;&#10;\end{document}"/>
  <p:tag name="IGUANATEXSIZE" val="28"/>
  <p:tag name="IGUANATEXCURSOR" val="10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61,9047"/>
  <p:tag name="ORIGINALWIDTH" val="2464,942"/>
  <p:tag name="OUTPUTTYPE" val="PNG"/>
  <p:tag name="IGUANATEXVERSION" val="161"/>
  <p:tag name="LATEXADDIN" val="\documentclass{article}&#10;\usepackage{amsmath}&#10;\pagestyle{empty}&#10;\begin{document}&#10;&#10;\begin{align}&#10;F(\omega)&amp;=\int_{-\infty}^\infty f(t)e^{-j2\pi\omega t}dt=\int_{-\frac{1}{2}}^{\frac{1}{2}}e^{-j2\pi\omega t}dt\notag\\&#10;&amp;=\int_{-\frac{1}{2}}^{\frac{1}{2}}\cos(2\pi\omega t)dt = \frac{\sin(\pi\omega)}{\pi\omega}=\mathrm{sinc}(\omega)\notag&#10;\end{align}&#10;&#10;\end{document}"/>
  <p:tag name="IGUANATEXSIZE" val="28"/>
  <p:tag name="IGUANATEXCURSOR" val="24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940,3824"/>
  <p:tag name="OUTPUTTYPE" val="PNG"/>
  <p:tag name="IGUANATEXVERSION" val="161"/>
  <p:tag name="LATEXADDIN" val="\documentclass{article}&#10;\usepackage{amsmath}&#10;\pagestyle{empty}&#10;\begin{document}&#10;&#10;$&#10;\delta(x) = 0\quad \forall x\neq0&#10;$&#10;&#10;&#10;\end{document}"/>
  <p:tag name="IGUANATEXSIZE" val="28"/>
  <p:tag name="IGUANATEXCURSOR" val="1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,7327"/>
  <p:tag name="ORIGINALWIDTH" val="679,415"/>
  <p:tag name="OUTPUTTYPE" val="PNG"/>
  <p:tag name="IGUANATEXVERSION" val="161"/>
  <p:tag name="LATEXADDIN" val="\documentclass{article}&#10;\usepackage{amsmath}&#10;\pagestyle{empty}&#10;\begin{document}&#10;&#10;&#10;$\int\delta(x)dx=1$&#10;&#10;\end{document}"/>
  <p:tag name="IGUANATEXSIZE" val="28"/>
  <p:tag name="IGUANATEXCURSOR" val="10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2699,662"/>
  <p:tag name="OUTPUTTYPE" val="PNG"/>
  <p:tag name="IGUANATEXVERSION" val="161"/>
  <p:tag name="LATEXADDIN" val="\documentclass{article}&#10;\usepackage{amsmath}&#10;\pagestyle{empty}&#10;\begin{document}&#10;$&#10;\mathcal{F}\{\delta(\omega-\omega_0)\}=\int_{-\infty}^\infty\delta(\omega-\omega_0)e^{j2\pi\omega t}d\omega=e^{j2\pi\omega_0 t}&#10;$&#10;&#10;\end{document}"/>
  <p:tag name="IGUANATEXSIZE" val="28"/>
  <p:tag name="IGUANATEXCURSOR" val="16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,2298"/>
  <p:tag name="ORIGINALWIDTH" val="1108,361"/>
  <p:tag name="OUTPUTTYPE" val="PNG"/>
  <p:tag name="IGUANATEXVERSION" val="161"/>
  <p:tag name="LATEXADDIN" val="\documentclass{article}&#10;\usepackage{amsmath}&#10;\usepackage{mathtools}&#10;\pagestyle{empty}&#10;\begin{document}&#10;$&#10;\delta(\omega-\omega_0)\xrightarrow{\mathcal{F}} e^{j2\pi\omega_0t}&#10;$&#10;&#10;\end{document}"/>
  <p:tag name="IGUANATEXSIZE" val="28"/>
  <p:tag name="IGUANATEXCURSOR" val="17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2324"/>
  <p:tag name="ORIGINALWIDTH" val="1937,008"/>
  <p:tag name="OUTPUTTYPE" val="PNG"/>
  <p:tag name="IGUANATEXVERSION" val="161"/>
  <p:tag name="LATEXADDIN" val="\documentclass{article}&#10;\usepackage{amsmath}&#10;\pagestyle{empty}&#10;\begin{document}&#10;&#10;$&#10;S_f(\omega)=|F(\omega)|^2, \quad F(\omega)=\mathcal{F}\{f(t)\}&#10;$&#10;&#10;&#10;\end{document}"/>
  <p:tag name="IGUANATEXSIZE" val="24"/>
  <p:tag name="IGUANATEXCURSOR" val="14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1022,122"/>
  <p:tag name="OUTPUTTYPE" val="PNG"/>
  <p:tag name="IGUANATEXVERSION" val="161"/>
  <p:tag name="LATEXADDIN" val="\documentclass{article}&#10;\usepackage{amsmath}&#10;\pagestyle{empty}&#10;\begin{document}&#10;&#10;$F(\omega)=0\quad \forall \omega\notin B$&#10;&#10;&#10;\end{document}"/>
  <p:tag name="IGUANATEXSIZE" val="24"/>
  <p:tag name="IGUANATEXCURSOR" val="11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,4844"/>
  <p:tag name="ORIGINALWIDTH" val="1228,346"/>
  <p:tag name="OUTPUTTYPE" val="PNG"/>
  <p:tag name="IGUANATEXVERSION" val="161"/>
  <p:tag name="LATEXADDIN" val="\documentclass{article}&#10;\usepackage{amsmath}&#10;\pagestyle{empty}&#10;\begin{document}&#10;&#10;$&#10;\mathcal{F}\{f*g\} = \mathcal{F}\{f\}\mathcal{F}\{g\}&#10;$&#10;&#10;&#10;\end{document}"/>
  <p:tag name="IGUANATEXSIZE" val="28"/>
  <p:tag name="IGUANATEXCURSOR" val="13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4,1282"/>
  <p:tag name="ORIGINALWIDTH" val="3815,523"/>
  <p:tag name="OUTPUTTYPE" val="PNG"/>
  <p:tag name="IGUANATEXVERSION" val="161"/>
  <p:tag name="LATEXADDIN" val="\documentclass{article}&#10;\usepackage{amsmath}&#10;\pagestyle{empty}&#10;\begin{document}&#10;&#10;\begin{align}&#10;\mathcal{F}\{f*g\}&amp;=\int(f*g)(x)e^{-j2\pi\omega x}dx=\int\left(\int f(t)g(x-t)dt\right)e^{-j2\pi\omega x}dx\notag\\&#10;&amp;=\int f\left(\int g(x-t)e^{-j2\pi\omega x}dx\right)dt=\int f(t)\left(e^{-j2\pi\omega t}\right)G(k)dt\notag\\&#10;&amp;=G(k)\int f(t)e^{-j2\pi\omega t}dt=F(\omega)G(\omega)\notag&#10;\end{align}&#10;&#10;&#10;\end{document}"/>
  <p:tag name="IGUANATEXSIZE" val="24"/>
  <p:tag name="IGUANATEXCURSOR" val="22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2393,701"/>
  <p:tag name="OUTPUTTYPE" val="PNG"/>
  <p:tag name="IGUANATEXVERSION" val="161"/>
  <p:tag name="LATEXADDIN" val="\documentclass{article}&#10;\usepackage{amsmath}&#10;\pagestyle{empty}&#10;\begin{document}&#10;&#10;$&#10;\Lambda(t)=\max(1-|t|,0)=\begin{cases}1-|t|&amp;|t|&lt;1\\0&amp;\mathrm{otherwise}\end{cases}&#10;$&#10;&#10;\end{document}"/>
  <p:tag name="IGUANATEXSIZE" val="28"/>
  <p:tag name="IGUANATEXCURSOR" val="12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965,8793"/>
  <p:tag name="OUTPUTTYPE" val="PNG"/>
  <p:tag name="IGUANATEXVERSION" val="161"/>
  <p:tag name="LATEXADDIN" val="\documentclass{article}&#10;\usepackage{amsmath}&#10;\pagestyle{empty}&#10;\begin{document}&#10;$&#10;\Lambda(t)=\Pi(t)*\Pi(t)&#10;$&#10;&#10;\end{document}"/>
  <p:tag name="IGUANATEXSIZE" val="28"/>
  <p:tag name="IGUANATEXCURSOR" val="10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,709"/>
  <p:tag name="ORIGINALWIDTH" val="2513,686"/>
  <p:tag name="OUTPUTTYPE" val="PNG"/>
  <p:tag name="IGUANATEXVERSION" val="161"/>
  <p:tag name="LATEXADDIN" val="\documentclass{article}&#10;\usepackage{amsmath}&#10;\pagestyle{empty}&#10;\begin{document}&#10;&#10;\begin{align}&#10;\mathcal{F}\{\Lambda(t)\}&amp;=\mathcal{F}\{\Pi(t)*\Pi(t)\}=\mathcal{F}\{\Pi(t)\}\mathcal{F}\{\Pi(t)\}\notag\\&#10;&amp;=\mathrm{sinc}(t)\mathrm{sinc}(t)=\mathrm{sinc}^2(t)\notag&#10;\end{align}&#10;&#10;\end{document}"/>
  <p:tag name="IGUANATEXSIZE" val="28"/>
  <p:tag name="IGUANATEXCURSOR" val="12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,4844"/>
  <p:tag name="ORIGINALWIDTH" val="1362,58"/>
  <p:tag name="OUTPUTTYPE" val="PNG"/>
  <p:tag name="IGUANATEXVERSION" val="161"/>
  <p:tag name="LATEXADDIN" val="\documentclass{article}&#10;\usepackage{amsmath}&#10;\pagestyle{empty}&#10;\begin{document}&#10;&#10;$&#10;\mathcal{F}\{f'(t)\}(\omega) = j2\pi\omega F(\omega)&#10;$&#10;&#10;\end{document}"/>
  <p:tag name="IGUANATEXSIZE" val="28"/>
  <p:tag name="IGUANATEXCURSOR" val="1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5,658"/>
  <p:tag name="ORIGINALWIDTH" val="2635,92"/>
  <p:tag name="OUTPUTTYPE" val="PNG"/>
  <p:tag name="IGUANATEXVERSION" val="161"/>
  <p:tag name="LATEXADDIN" val="\documentclass{article}&#10;\usepackage{amsmath}&#10;\pagestyle{empty}&#10;\begin{document}&#10;&#10;\begin{align}&#10;f(t)&amp;=\int F(\omega)e^{j2\pi\omega t}dt\notag\\&#10;f'(t)&amp;=\frac{d}{dt}\left(\int F(\omega)e^{j2\pi\omega}d\omega\right)=\int \underbrace{j2\pi\omega F(\omega)}_{\mathcal{F}\{f'(t)\}}d\omega\notag&#10;\end{align}&#10;&#10;\end{document}"/>
  <p:tag name="IGUANATEXSIZE" val="28"/>
  <p:tag name="IGUANATEXCURSOR" val="27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,7323"/>
  <p:tag name="ORIGINALWIDTH" val="1358,83"/>
  <p:tag name="OUTPUTTYPE" val="PNG"/>
  <p:tag name="IGUANATEXVERSION" val="161"/>
  <p:tag name="LATEXADDIN" val="\documentclass{article}&#10;\usepackage{amsmath}&#10;\pagestyle{empty}&#10;\begin{document}&#10;&#10;$&#10;\int|f(t)|^2dt = \int|F(\omega)|^2d\omega&#10;$&#10;&#10;&#10;\end{document}"/>
  <p:tag name="IGUANATEXSIZE" val="28"/>
  <p:tag name="IGUANATEXCURSOR" val="12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,7327"/>
  <p:tag name="ORIGINALWIDTH" val="1706,037"/>
  <p:tag name="OUTPUTTYPE" val="PNG"/>
  <p:tag name="IGUANATEXVERSION" val="161"/>
  <p:tag name="LATEXADDIN" val="\documentclass{article}&#10;\usepackage{amsmath}&#10;\pagestyle{empty}&#10;\begin{document}&#10;&#10;$&#10;\int f(t)g^*(t)dt = \int F(\omega)G^*(\omega)d\omega&#10;$&#10;&#10;&#10;\end{document}"/>
  <p:tag name="IGUANATEXSIZE" val="28"/>
  <p:tag name="IGUANATEXCURSOR" val="12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9,6738"/>
  <p:tag name="ORIGINALWIDTH" val="3997,75"/>
  <p:tag name="OUTPUTTYPE" val="PNG"/>
  <p:tag name="IGUANATEXVERSION" val="161"/>
  <p:tag name="LATEXADDIN" val="\documentclass{article}&#10;\usepackage{amsmath,amsfonts}&#10;\pagestyle{empty}&#10;\begin{document}&#10;&#10;\begin{align}&#10;F(\boldsymbol{\omega}) = \mathcal{F}\{f(\mathbf{x})\}&amp;=\int\cdots\int f(x_1,\ldots,x_N)e^{-j2\pi(x_1\omega_1+\cdots+x_N\omega_N)}dx_1\ldots dx_N\notag\\&#10;&amp;=\int_{\mathbb{R}^N} f(\mathbf{x})e^{-j2\pi\mathbf{x}^T\boldsymbol{\omega}}d\mathbf{x}\notag&#10;\end{align}&#10;&#10;&#10;\end{document}"/>
  <p:tag name="IGUANATEXSIZE" val="24"/>
  <p:tag name="IGUANATEXCURSOR" val="313"/>
  <p:tag name="TRANSPARENCY" val="True"/>
  <p:tag name="LATEXENGINEID" val="0"/>
  <p:tag name="TEMPFOLDER" val="c:\temp\"/>
  <p:tag name="LATEXFORMHEIGHT" val="415,5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,4788"/>
  <p:tag name="ORIGINALWIDTH" val="2311,961"/>
  <p:tag name="OUTPUTTYPE" val="PNG"/>
  <p:tag name="IGUANATEXVERSION" val="161"/>
  <p:tag name="LATEXADDIN" val="\documentclass{article}&#10;\usepackage{amsmath,amsfonts}&#10;\pagestyle{empty}&#10;\begin{document}&#10;&#10;$&#10;f(\mathbf{x})=\mathcal{F}^{-1}\{F(\boldsymbol{\omega})\}=\int_{\mathbb{R}^N}F(\boldsymbol{\omega})e^{j2\pi\mathbf{x}^T\boldsymbol{\omega}}d\boldsymbol{\omega}&#10;$&#10;&#10;&#10;\end{document}"/>
  <p:tag name="IGUANATEXSIZE" val="28"/>
  <p:tag name="IGUANATEXCURSOR" val="24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,7278"/>
  <p:tag name="ORIGINALWIDTH" val="1151,106"/>
  <p:tag name="OUTPUTTYPE" val="PNG"/>
  <p:tag name="IGUANATEXVERSION" val="161"/>
  <p:tag name="LATEXADDIN" val="\documentclass{article}&#10;\usepackage{amsmath}&#10;\pagestyle{empty}&#10;\begin{document}&#10;&#10;$&#10;\boldsymbol{\omega}=\begin{bmatrix}\omega_1&amp;\cdots&amp;\omega_N\end{bmatrix}^T&#10;$&#10;\end{document}"/>
  <p:tag name="IGUANATEXSIZE" val="28"/>
  <p:tag name="IGUANATEXCURSOR" val="15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,7342"/>
  <p:tag name="ORIGINALWIDTH" val="1486,314"/>
  <p:tag name="OUTPUTTYPE" val="PNG"/>
  <p:tag name="IGUANATEXVERSION" val="161"/>
  <p:tag name="LATEXADDIN" val="\documentclass{article}&#10;\usepackage{amsmath,amsfonts}&#10;\pagestyle{empty}&#10;\begin{document}&#10;&#10;$&#10;e^{\pm2\pi\mathbf{x}^T\boldsymbol{\omega}}=e^{\pm j2\pi(x_1\omega_1 + x_2\omega_2)}&#10;$&#10;&#10;\end{document}"/>
  <p:tag name="IGUANATEXSIZE" val="28"/>
  <p:tag name="IGUANATEXCURSOR" val="11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907,3865"/>
  <p:tag name="OUTPUTTYPE" val="PNG"/>
  <p:tag name="IGUANATEXVERSION" val="161"/>
  <p:tag name="LATEXADDIN" val="\documentclass{article}&#10;\usepackage{amsmath,amsfonts}&#10;\pagestyle{empty}&#10;\begin{document}&#10;&#10;$&#10;x_1\omega_1 + x_2\omega_2 = n&#10;$&#10;&#10;\end{document}"/>
  <p:tag name="IGUANATEXSIZE" val="28"/>
  <p:tag name="IGUANATEXCURSOR" val="12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3,7233"/>
  <p:tag name="ORIGINALWIDTH" val="1401,575"/>
  <p:tag name="OUTPUTTYPE" val="PNG"/>
  <p:tag name="IGUANATEXVERSION" val="161"/>
  <p:tag name="LATEXADDIN" val="\documentclass{article}&#10;\usepackage{amsmath,amsfonts}&#10;\pagestyle{empty}&#10;\begin{document}&#10;&#10;$\mathrm{distance}=\frac{1}{\sqrt{\omega_1^2+\omega_2^2}}=\frac{1}{\|\boldsymbol{\omega}\|}$&#10;&#10;\end{document}"/>
  <p:tag name="IGUANATEXSIZE" val="28"/>
  <p:tag name="IGUANATEXCURSOR" val="17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,4803"/>
  <p:tag name="ORIGINALWIDTH" val="839,1451"/>
  <p:tag name="OUTPUTTYPE" val="PNG"/>
  <p:tag name="IGUANATEXVERSION" val="161"/>
  <p:tag name="LATEXADDIN" val="\documentclass{article}&#10;\usepackage{amsmath,amsfonts}&#10;\pagestyle{empty}&#10;\begin{document}&#10;&#10;$&#10;\mathbf{x}(t) = \mathbf{a} + t\frac{\boldsymbol{\omega}}{\|\boldsymbol{\omega}\|}&#10;$&#10;&#10;\end{document}"/>
  <p:tag name="IGUANATEXSIZE" val="28"/>
  <p:tag name="IGUANATEXCURSOR" val="17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,7342"/>
  <p:tag name="ORIGINALWIDTH" val="1768,279"/>
  <p:tag name="OUTPUTTYPE" val="PNG"/>
  <p:tag name="IGUANATEXVERSION" val="161"/>
  <p:tag name="LATEXADDIN" val="\documentclass{article}&#10;\usepackage{amsmath,amsfonts}&#10;\pagestyle{empty}&#10;\begin{document}&#10;&#10;$&#10;e^{\pm j2\pi\mathbf{x}^T(t)\boldsymbol{\omega}}=e^{\pm j2\pi\mathbf{a}^T\boldsymbol{\omega}}e^{\pm j2\pi t\|\boldsymbol{\omega}\|}&#10;$&#10;&#10;\end{document}"/>
  <p:tag name="IGUANATEXSIZE" val="28"/>
  <p:tag name="IGUANATEXCURSOR" val="22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,74276"/>
  <p:tag name="ORIGINALWIDTH" val="83,98952"/>
  <p:tag name="OUTPUTTYPE" val="PNG"/>
  <p:tag name="IGUANATEXVERSION" val="161"/>
  <p:tag name="LATEXADDIN" val="\documentclass{article}&#10;\usepackage{amsmath,amsfonts}&#10;\pagestyle{empty}&#10;\begin{document}&#10;&#10;$\boldsymbol{\omega}$&#10;&#10;\end{document}"/>
  <p:tag name="IGUANATEXSIZE" val="20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,74276"/>
  <p:tag name="ORIGINALWIDTH" val="83,98952"/>
  <p:tag name="OUTPUTTYPE" val="PNG"/>
  <p:tag name="IGUANATEXVERSION" val="161"/>
  <p:tag name="LATEXADDIN" val="\documentclass{article}&#10;\usepackage{amsmath,amsfonts}&#10;\pagestyle{empty}&#10;\begin{document}&#10;&#10;$\boldsymbol{\omega}$&#10;&#10;\end{document}"/>
  <p:tag name="IGUANATEXSIZE" val="20"/>
  <p:tag name="IGUANATEXCURSOR" val="10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2173,978"/>
  <p:tag name="OUTPUTTYPE" val="PNG"/>
  <p:tag name="IGUANATEXVERSION" val="161"/>
  <p:tag name="LATEXADDIN" val="\documentclass{article}&#10;\usepackage{amsmath,amsfonts}&#10;\pagestyle{empty}&#10;\begin{document}&#10;&#10;$&#10;f(x_1,\ldots,x_N) = f_1(x_1)f_2(x_2)\cdots f_N(x_N)&#10;$&#10;&#10;\end{document}"/>
  <p:tag name="IGUANATEXSIZE" val="28"/>
  <p:tag name="IGUANATEXCURSOR" val="14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8,1515"/>
  <p:tag name="ORIGINALWIDTH" val="3245,594"/>
  <p:tag name="OUTPUTTYPE" val="PNG"/>
  <p:tag name="IGUANATEXVERSION" val="161"/>
  <p:tag name="LATEXADDIN" val="\documentclass{article}&#10;\usepackage{amsmath,amsfonts}&#10;\pagestyle{empty}&#10;\begin{document}&#10;&#10;\begin{align}&#10;\mathcal{F}\{f(x_1,x_2)\}&amp;=\int\int e^{-j2\pi(x_1\omega_1+x_2\omega_2)}f(x_1,x_2)dx_1dx_2\notag\\&#10;&amp;=\int\int e^{-j2\pi x_1\omega_1}e^{-j2\pi x_2\omega_2}f_1(x_1)f_2(x_2)dx_1dx_2\notag\\&#10;&amp;=\mathcal{F}\{f_1(x_1)\}\mathcal{F}\{f_2(x_2)\}\notag&#10;\end{align}&#10;&#10;\end{document}"/>
  <p:tag name="IGUANATEXSIZE" val="20"/>
  <p:tag name="IGUANATEXCURSOR" val="3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269,591"/>
  <p:tag name="OUTPUTTYPE" val="PNG"/>
  <p:tag name="IGUANATEXVERSION" val="161"/>
  <p:tag name="LATEXADDIN" val="\documentclass{article}&#10;\usepackage{amsmath}&#10;\pagestyle{empty}&#10;\begin{document}&#10;&#10;$&#10;\mathcal{F}\{f(x_1,x_2,\ldots,x_N)\} = \mathcal{F}\{f_1(x_1)\}\mathcal{F}\{f_2(x_2)\}\cdots\mathcal{F}\{f_N(x_N)\}&#10;$&#10;&#10;&#10;\end{document}"/>
  <p:tag name="IGUANATEXSIZE" val="28"/>
  <p:tag name="IGUANATEXCURSOR" val="19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,7285"/>
  <p:tag name="ORIGINALWIDTH" val="1692,538"/>
  <p:tag name="OUTPUTTYPE" val="PNG"/>
  <p:tag name="IGUANATEXVERSION" val="161"/>
  <p:tag name="LATEXADDIN" val="\documentclass{article}&#10;\usepackage{amsmath}&#10;\pagestyle{empty}&#10;\begin{document}&#10;&#10;$&#10;\mathcal{F}\{f(\mathbf{Ax})\}=\frac{1}{|\det(\mathbf{A})|}F(\mathbf{A}^{-T}\boldsymbol{\omega})&#10;$&#10;&#10;&#10;\end{document}"/>
  <p:tag name="IGUANATEXSIZE" val="28"/>
  <p:tag name="IGUANATEXCURSOR" val="17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127,859"/>
  <p:tag name="OUTPUTTYPE" val="PNG"/>
  <p:tag name="IGUANATEXVERSION" val="161"/>
  <p:tag name="LATEXADDIN" val="\documentclass{article}&#10;\usepackage{amsmath}&#10;\pagestyle{empty}&#10;\begin{document}&#10;&#10;$&#10;\mathcal{F}\{f(\mathbf{Rx})\}=F(\mathbf{R}\boldsymbol{\omega})&#10;$&#10;&#10;\end{document}"/>
  <p:tag name="IGUANATEXSIZE" val="28"/>
  <p:tag name="IGUANATEXCURSOR" val="14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2324"/>
  <p:tag name="ORIGINALWIDTH" val="1556,805"/>
  <p:tag name="OUTPUTTYPE" val="PNG"/>
  <p:tag name="IGUANATEXVERSION" val="161"/>
  <p:tag name="LATEXADDIN" val="\documentclass{article}&#10;\usepackage{amsmath}&#10;\pagestyle{empty}&#10;\DeclareFontFamily{U}{wncy}{}&#10;\DeclareFontShape{U}{wncy}{m}{n}{&lt;-&gt;wncyr10}{}&#10;\DeclareSymbolFont{mcy}{U}{wncy}{m}{n}&#10;\DeclareMathSymbol{\Sh}{\mathord}{mcy}{&quot;58} &#10;&#10;\begin{document}&#10;&#10;$&#10;\Sh_T(x) = \sum_{n=-\infty}^\infty\delta(x-nT)&#10;$&#10;&#10;\end{document}"/>
  <p:tag name="IGUANATEXSIZE" val="28"/>
  <p:tag name="IGUANATEXCURSOR" val="25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,2324"/>
  <p:tag name="ORIGINALWIDTH" val="1645,294"/>
  <p:tag name="OUTPUTTYPE" val="PNG"/>
  <p:tag name="IGUANATEXVERSION" val="161"/>
  <p:tag name="LATEXADDIN" val="\documentclass{article}&#10;\usepackage{amsmath}&#10;\pagestyle{empty}&#10;\DeclareFontFamily{U}{wncy}{}&#10;\DeclareFontShape{U}{wncy}{m}{n}{&lt;-&gt;wncyr10}{}&#10;\DeclareSymbolFont{mcy}{U}{wncy}{m}{n}&#10;\DeclareMathSymbol{\Sh}{\mathord}{mcy}{&quot;58} &#10;&#10;\begin{document}&#10;&#10;$&#10;\Sh(x)f(x) = \sum_{n=-\infty}^\infty f(x-n)&#10;$&#10;&#10;\end{document}"/>
  <p:tag name="IGUANATEXSIZE" val="28"/>
  <p:tag name="IGUANATEXCURSOR" val="28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1,2224"/>
  <p:tag name="ORIGINALWIDTH" val="2914,886"/>
  <p:tag name="OUTPUTTYPE" val="PNG"/>
  <p:tag name="IGUANATEXVERSION" val="161"/>
  <p:tag name="LATEXADDIN" val="\documentclass{article}&#10;\usepackage{amsmath}&#10;\pagestyle{empty}&#10;\begin{document}&#10;&#10;$&#10;F(\mathbf{k})=\sum_{n_1=0}^{N_1-1}\cdots\sum_{n_m=0}^{N_m-1}f(\mathbf{x})e^{-j2\pi\left(\frac{n_1K_1}{N_1}+\cdots+\frac{n_mK_m}{N_m}\right)}&#10;$&#10;&#10;\end{document}"/>
  <p:tag name="IGUANATEXSIZE" val="28"/>
  <p:tag name="IGUANATEXCURSOR" val="13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7,2216"/>
  <p:tag name="ORIGINALWIDTH" val="3264,342"/>
  <p:tag name="OUTPUTTYPE" val="PNG"/>
  <p:tag name="IGUANATEXVERSION" val="161"/>
  <p:tag name="LATEXADDIN" val="\documentclass{article}&#10;\usepackage{amsmath}&#10;\pagestyle{empty}&#10;\begin{document}&#10;&#10;$&#10;f(\mathbf{x})=\frac{1}{N_1\cdots N_m}\sum_{n_1=0}^{N_1-1}\cdots\sum_{n_m=0}^{N_m-1}F(\mathbf{k})e^{j2\pi\left(\frac{n_1K_1}{N_1}+\cdots+\frac{n_mK_m}{N_m}\right)}&#10;$&#10;&#10;\end{document}"/>
  <p:tag name="IGUANATEXSIZE" val="28"/>
  <p:tag name="IGUANATEXCURSOR" val="18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1038</Words>
  <Application>Microsoft Office PowerPoint</Application>
  <PresentationFormat>Widescreen</PresentationFormat>
  <Paragraphs>167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Wingdings</vt:lpstr>
      <vt:lpstr>Office Theme</vt:lpstr>
      <vt:lpstr>Multidimensional Fourier Transform</vt:lpstr>
      <vt:lpstr>Agenda</vt:lpstr>
      <vt:lpstr>Signals, systems, and measurements</vt:lpstr>
      <vt:lpstr>The Fourier Series</vt:lpstr>
      <vt:lpstr>The Fourier Series</vt:lpstr>
      <vt:lpstr>Importance of Periodic Signals</vt:lpstr>
      <vt:lpstr>Beyond Periodic Functions</vt:lpstr>
      <vt:lpstr>Fourier Transform</vt:lpstr>
      <vt:lpstr>Examples</vt:lpstr>
      <vt:lpstr>Fourier Transform and Periodic Signals</vt:lpstr>
      <vt:lpstr>Fourier Transform and Periodic Signals</vt:lpstr>
      <vt:lpstr>General Properties</vt:lpstr>
      <vt:lpstr>General Properties</vt:lpstr>
      <vt:lpstr>Convolutional Theorem</vt:lpstr>
      <vt:lpstr>Example: Triangular window</vt:lpstr>
      <vt:lpstr>Differentiation</vt:lpstr>
      <vt:lpstr>Energy and Power Theorems</vt:lpstr>
      <vt:lpstr>Summary</vt:lpstr>
      <vt:lpstr>Multiple Dimensions</vt:lpstr>
      <vt:lpstr>Multidimensional Fourier Domain</vt:lpstr>
      <vt:lpstr>Multidimensional Fourier Domain</vt:lpstr>
      <vt:lpstr>Multidimensional Fourier Transform</vt:lpstr>
      <vt:lpstr>Vector of Frequencies</vt:lpstr>
      <vt:lpstr>Harmonics and Periodicity</vt:lpstr>
      <vt:lpstr>Harmonics and Periodicity</vt:lpstr>
      <vt:lpstr>Separable Functions</vt:lpstr>
      <vt:lpstr>General Properties</vt:lpstr>
      <vt:lpstr>General Stretch Theorem</vt:lpstr>
      <vt:lpstr>Sampling</vt:lpstr>
      <vt:lpstr>Sampling Rate</vt:lpstr>
      <vt:lpstr>Nyquist Sampling</vt:lpstr>
      <vt:lpstr>Multidimensional Discrete Fourier Transform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Rindom Jensen</dc:creator>
  <cp:lastModifiedBy>Jesper Rindom Jensen</cp:lastModifiedBy>
  <cp:revision>1</cp:revision>
  <dcterms:created xsi:type="dcterms:W3CDTF">2024-09-13T12:26:32Z</dcterms:created>
  <dcterms:modified xsi:type="dcterms:W3CDTF">2024-10-07T09:57:54Z</dcterms:modified>
</cp:coreProperties>
</file>