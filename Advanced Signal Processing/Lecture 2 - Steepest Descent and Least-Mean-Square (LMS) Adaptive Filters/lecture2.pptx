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per Rindom Jensen" userId="a310f5d1-ee7a-4c45-b82c-78f0432bf078" providerId="ADAL" clId="{2B4F94AE-067D-4DFC-831A-CEF21D6C1CEC}"/>
    <pc:docChg chg="undo custSel addSld delSld modSld">
      <pc:chgData name="Jesper Rindom Jensen" userId="a310f5d1-ee7a-4c45-b82c-78f0432bf078" providerId="ADAL" clId="{2B4F94AE-067D-4DFC-831A-CEF21D6C1CEC}" dt="2024-09-23T05:53:49.279" v="490" actId="478"/>
      <pc:docMkLst>
        <pc:docMk/>
      </pc:docMkLst>
      <pc:sldChg chg="modSp mod">
        <pc:chgData name="Jesper Rindom Jensen" userId="a310f5d1-ee7a-4c45-b82c-78f0432bf078" providerId="ADAL" clId="{2B4F94AE-067D-4DFC-831A-CEF21D6C1CEC}" dt="2024-09-20T06:41:32.888" v="0"/>
        <pc:sldMkLst>
          <pc:docMk/>
          <pc:sldMk cId="1976493628" sldId="256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651365173" sldId="257"/>
        </pc:sldMkLst>
      </pc:sldChg>
      <pc:sldChg chg="delSp modSp new mod">
        <pc:chgData name="Jesper Rindom Jensen" userId="a310f5d1-ee7a-4c45-b82c-78f0432bf078" providerId="ADAL" clId="{2B4F94AE-067D-4DFC-831A-CEF21D6C1CEC}" dt="2024-09-20T06:46:19.426" v="89" actId="5793"/>
        <pc:sldMkLst>
          <pc:docMk/>
          <pc:sldMk cId="4091737506" sldId="257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055144459" sldId="258"/>
        </pc:sldMkLst>
      </pc:sldChg>
      <pc:sldChg chg="modSp new mod">
        <pc:chgData name="Jesper Rindom Jensen" userId="a310f5d1-ee7a-4c45-b82c-78f0432bf078" providerId="ADAL" clId="{2B4F94AE-067D-4DFC-831A-CEF21D6C1CEC}" dt="2024-09-20T06:47:07.681" v="104" actId="6549"/>
        <pc:sldMkLst>
          <pc:docMk/>
          <pc:sldMk cId="3685476378" sldId="258"/>
        </pc:sldMkLst>
      </pc:sldChg>
      <pc:sldChg chg="addSp modSp new mod">
        <pc:chgData name="Jesper Rindom Jensen" userId="a310f5d1-ee7a-4c45-b82c-78f0432bf078" providerId="ADAL" clId="{2B4F94AE-067D-4DFC-831A-CEF21D6C1CEC}" dt="2024-09-20T06:47:59.606" v="116" actId="14100"/>
        <pc:sldMkLst>
          <pc:docMk/>
          <pc:sldMk cId="124090207" sldId="259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1468135766" sldId="259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291093375" sldId="260"/>
        </pc:sldMkLst>
      </pc:sldChg>
      <pc:sldChg chg="addSp delSp modSp new mod">
        <pc:chgData name="Jesper Rindom Jensen" userId="a310f5d1-ee7a-4c45-b82c-78f0432bf078" providerId="ADAL" clId="{2B4F94AE-067D-4DFC-831A-CEF21D6C1CEC}" dt="2024-09-20T08:14:18.277" v="209" actId="1076"/>
        <pc:sldMkLst>
          <pc:docMk/>
          <pc:sldMk cId="2441425288" sldId="260"/>
        </pc:sldMkLst>
      </pc:sldChg>
      <pc:sldChg chg="delSp modSp new mod">
        <pc:chgData name="Jesper Rindom Jensen" userId="a310f5d1-ee7a-4c45-b82c-78f0432bf078" providerId="ADAL" clId="{2B4F94AE-067D-4DFC-831A-CEF21D6C1CEC}" dt="2024-09-23T05:53:49.279" v="490" actId="478"/>
        <pc:sldMkLst>
          <pc:docMk/>
          <pc:sldMk cId="58054289" sldId="261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729592792" sldId="261"/>
        </pc:sldMkLst>
      </pc:sldChg>
      <pc:sldChg chg="addSp modSp new mod">
        <pc:chgData name="Jesper Rindom Jensen" userId="a310f5d1-ee7a-4c45-b82c-78f0432bf078" providerId="ADAL" clId="{2B4F94AE-067D-4DFC-831A-CEF21D6C1CEC}" dt="2024-09-20T12:34:05.566" v="294" actId="1076"/>
        <pc:sldMkLst>
          <pc:docMk/>
          <pc:sldMk cId="820422142" sldId="262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2024352163" sldId="262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2429555909" sldId="263"/>
        </pc:sldMkLst>
      </pc:sldChg>
      <pc:sldChg chg="addSp delSp modSp new mod">
        <pc:chgData name="Jesper Rindom Jensen" userId="a310f5d1-ee7a-4c45-b82c-78f0432bf078" providerId="ADAL" clId="{2B4F94AE-067D-4DFC-831A-CEF21D6C1CEC}" dt="2024-09-20T12:36:33.997" v="366" actId="207"/>
        <pc:sldMkLst>
          <pc:docMk/>
          <pc:sldMk cId="2666294861" sldId="263"/>
        </pc:sldMkLst>
      </pc:sldChg>
      <pc:sldChg chg="modSp new mod">
        <pc:chgData name="Jesper Rindom Jensen" userId="a310f5d1-ee7a-4c45-b82c-78f0432bf078" providerId="ADAL" clId="{2B4F94AE-067D-4DFC-831A-CEF21D6C1CEC}" dt="2024-09-20T12:37:59.388" v="390" actId="113"/>
        <pc:sldMkLst>
          <pc:docMk/>
          <pc:sldMk cId="1233833712" sldId="264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2031437660" sldId="264"/>
        </pc:sldMkLst>
      </pc:sldChg>
      <pc:sldChg chg="modSp new mod">
        <pc:chgData name="Jesper Rindom Jensen" userId="a310f5d1-ee7a-4c45-b82c-78f0432bf078" providerId="ADAL" clId="{2B4F94AE-067D-4DFC-831A-CEF21D6C1CEC}" dt="2024-09-20T12:38:48.124" v="407" actId="27636"/>
        <pc:sldMkLst>
          <pc:docMk/>
          <pc:sldMk cId="765242286" sldId="265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183609975" sldId="265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556464274" sldId="266"/>
        </pc:sldMkLst>
      </pc:sldChg>
      <pc:sldChg chg="addSp modSp new mod">
        <pc:chgData name="Jesper Rindom Jensen" userId="a310f5d1-ee7a-4c45-b82c-78f0432bf078" providerId="ADAL" clId="{2B4F94AE-067D-4DFC-831A-CEF21D6C1CEC}" dt="2024-09-20T12:40:50.205" v="443" actId="1076"/>
        <pc:sldMkLst>
          <pc:docMk/>
          <pc:sldMk cId="1411111069" sldId="266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1922767698" sldId="267"/>
        </pc:sldMkLst>
      </pc:sldChg>
      <pc:sldChg chg="addSp modSp new mod">
        <pc:chgData name="Jesper Rindom Jensen" userId="a310f5d1-ee7a-4c45-b82c-78f0432bf078" providerId="ADAL" clId="{2B4F94AE-067D-4DFC-831A-CEF21D6C1CEC}" dt="2024-09-20T12:41:44.741" v="451"/>
        <pc:sldMkLst>
          <pc:docMk/>
          <pc:sldMk cId="3501210359" sldId="267"/>
        </pc:sldMkLst>
      </pc:sldChg>
      <pc:sldChg chg="addSp modSp new mod">
        <pc:chgData name="Jesper Rindom Jensen" userId="a310f5d1-ee7a-4c45-b82c-78f0432bf078" providerId="ADAL" clId="{2B4F94AE-067D-4DFC-831A-CEF21D6C1CEC}" dt="2024-09-20T12:42:35.921" v="463" actId="14100"/>
        <pc:sldMkLst>
          <pc:docMk/>
          <pc:sldMk cId="66344487" sldId="268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90886599" sldId="268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549092384" sldId="269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800105383" sldId="270"/>
        </pc:sldMkLst>
      </pc:sldChg>
      <pc:sldChg chg="delSp modSp mod">
        <pc:chgData name="Jesper Rindom Jensen" userId="a310f5d1-ee7a-4c45-b82c-78f0432bf078" providerId="ADAL" clId="{2B4F94AE-067D-4DFC-831A-CEF21D6C1CEC}" dt="2024-09-23T05:53:11.639" v="476" actId="478"/>
        <pc:sldMkLst>
          <pc:docMk/>
          <pc:sldMk cId="1564674061" sldId="271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065157747" sldId="271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29437343" sldId="272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728222645" sldId="273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169106399" sldId="274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2645520944" sldId="275"/>
        </pc:sldMkLst>
      </pc:sldChg>
    </pc:docChg>
  </pc:docChgLst>
  <pc:docChgLst>
    <pc:chgData name="Jacob El-Omar" userId="830204f9-2ed3-43b7-9cdd-bad0250ddf87" providerId="ADAL" clId="{83113FD4-E5E5-47E3-8AD2-AA706724235F}"/>
    <pc:docChg chg="modSld">
      <pc:chgData name="Jacob El-Omar" userId="830204f9-2ed3-43b7-9cdd-bad0250ddf87" providerId="ADAL" clId="{83113FD4-E5E5-47E3-8AD2-AA706724235F}" dt="2025-01-16T18:42:41.387" v="0" actId="688"/>
      <pc:docMkLst>
        <pc:docMk/>
      </pc:docMkLst>
      <pc:sldChg chg="modSp mod">
        <pc:chgData name="Jacob El-Omar" userId="830204f9-2ed3-43b7-9cdd-bad0250ddf87" providerId="ADAL" clId="{83113FD4-E5E5-47E3-8AD2-AA706724235F}" dt="2025-01-16T18:42:41.387" v="0" actId="688"/>
        <pc:sldMkLst>
          <pc:docMk/>
          <pc:sldMk cId="58054289" sldId="261"/>
        </pc:sldMkLst>
        <pc:spChg chg="mod">
          <ac:chgData name="Jacob El-Omar" userId="830204f9-2ed3-43b7-9cdd-bad0250ddf87" providerId="ADAL" clId="{83113FD4-E5E5-47E3-8AD2-AA706724235F}" dt="2025-01-16T18:42:41.387" v="0" actId="688"/>
          <ac:spMkLst>
            <pc:docMk/>
            <pc:sldMk cId="58054289" sldId="261"/>
            <ac:spMk id="3" creationId="{41722039-B018-1A0D-032B-7A0AB7EB9C64}"/>
          </ac:spMkLst>
        </pc:spChg>
      </pc:sldChg>
    </pc:docChg>
  </pc:docChgLst>
  <pc:docChgLst>
    <pc:chgData name="Jesper Rindom Jensen" userId="a310f5d1-ee7a-4c45-b82c-78f0432bf078" providerId="ADAL" clId="{CF8F3AD9-308B-4F6B-8668-A7B9E0A4DE8C}"/>
    <pc:docChg chg="undo custSel addSld modSld">
      <pc:chgData name="Jesper Rindom Jensen" userId="a310f5d1-ee7a-4c45-b82c-78f0432bf078" providerId="ADAL" clId="{CF8F3AD9-308B-4F6B-8668-A7B9E0A4DE8C}" dt="2024-09-16T05:55:34.373" v="2663" actId="478"/>
      <pc:docMkLst>
        <pc:docMk/>
      </pc:docMkLst>
      <pc:sldChg chg="modSp new mod">
        <pc:chgData name="Jesper Rindom Jensen" userId="a310f5d1-ee7a-4c45-b82c-78f0432bf078" providerId="ADAL" clId="{CF8F3AD9-308B-4F6B-8668-A7B9E0A4DE8C}" dt="2024-09-13T12:27:30.693" v="211" actId="20577"/>
        <pc:sldMkLst>
          <pc:docMk/>
          <pc:sldMk cId="1976493628" sldId="256"/>
        </pc:sldMkLst>
      </pc:sldChg>
      <pc:sldChg chg="addSp delSp modSp new mod">
        <pc:chgData name="Jesper Rindom Jensen" userId="a310f5d1-ee7a-4c45-b82c-78f0432bf078" providerId="ADAL" clId="{CF8F3AD9-308B-4F6B-8668-A7B9E0A4DE8C}" dt="2024-09-13T12:47:04.987" v="657" actId="20577"/>
        <pc:sldMkLst>
          <pc:docMk/>
          <pc:sldMk cId="651365173" sldId="257"/>
        </pc:sldMkLst>
      </pc:sldChg>
      <pc:sldChg chg="modSp new mod">
        <pc:chgData name="Jesper Rindom Jensen" userId="a310f5d1-ee7a-4c45-b82c-78f0432bf078" providerId="ADAL" clId="{CF8F3AD9-308B-4F6B-8668-A7B9E0A4DE8C}" dt="2024-09-13T12:50:06.316" v="733" actId="1076"/>
        <pc:sldMkLst>
          <pc:docMk/>
          <pc:sldMk cId="3055144459" sldId="258"/>
        </pc:sldMkLst>
      </pc:sldChg>
      <pc:sldChg chg="addSp delSp modSp new mod">
        <pc:chgData name="Jesper Rindom Jensen" userId="a310f5d1-ee7a-4c45-b82c-78f0432bf078" providerId="ADAL" clId="{CF8F3AD9-308B-4F6B-8668-A7B9E0A4DE8C}" dt="2024-09-13T12:53:28.634" v="791" actId="20577"/>
        <pc:sldMkLst>
          <pc:docMk/>
          <pc:sldMk cId="1468135766" sldId="259"/>
        </pc:sldMkLst>
      </pc:sldChg>
      <pc:sldChg chg="addSp modSp new mod">
        <pc:chgData name="Jesper Rindom Jensen" userId="a310f5d1-ee7a-4c45-b82c-78f0432bf078" providerId="ADAL" clId="{CF8F3AD9-308B-4F6B-8668-A7B9E0A4DE8C}" dt="2024-09-13T12:55:25.600" v="918" actId="207"/>
        <pc:sldMkLst>
          <pc:docMk/>
          <pc:sldMk cId="291093375" sldId="260"/>
        </pc:sldMkLst>
      </pc:sldChg>
      <pc:sldChg chg="modSp new mod">
        <pc:chgData name="Jesper Rindom Jensen" userId="a310f5d1-ee7a-4c45-b82c-78f0432bf078" providerId="ADAL" clId="{CF8F3AD9-308B-4F6B-8668-A7B9E0A4DE8C}" dt="2024-09-13T12:56:14.995" v="954" actId="20577"/>
        <pc:sldMkLst>
          <pc:docMk/>
          <pc:sldMk cId="3729592792" sldId="261"/>
        </pc:sldMkLst>
      </pc:sldChg>
      <pc:sldChg chg="addSp modSp new mod">
        <pc:chgData name="Jesper Rindom Jensen" userId="a310f5d1-ee7a-4c45-b82c-78f0432bf078" providerId="ADAL" clId="{CF8F3AD9-308B-4F6B-8668-A7B9E0A4DE8C}" dt="2024-09-13T12:57:09.123" v="964" actId="1076"/>
        <pc:sldMkLst>
          <pc:docMk/>
          <pc:sldMk cId="2024352163" sldId="262"/>
        </pc:sldMkLst>
      </pc:sldChg>
      <pc:sldChg chg="addSp delSp modSp new mod">
        <pc:chgData name="Jesper Rindom Jensen" userId="a310f5d1-ee7a-4c45-b82c-78f0432bf078" providerId="ADAL" clId="{CF8F3AD9-308B-4F6B-8668-A7B9E0A4DE8C}" dt="2024-09-13T13:05:04.359" v="1198" actId="1076"/>
        <pc:sldMkLst>
          <pc:docMk/>
          <pc:sldMk cId="2429555909" sldId="263"/>
        </pc:sldMkLst>
      </pc:sldChg>
      <pc:sldChg chg="addSp delSp modSp new mod">
        <pc:chgData name="Jesper Rindom Jensen" userId="a310f5d1-ee7a-4c45-b82c-78f0432bf078" providerId="ADAL" clId="{CF8F3AD9-308B-4F6B-8668-A7B9E0A4DE8C}" dt="2024-09-13T13:12:08.517" v="1364" actId="207"/>
        <pc:sldMkLst>
          <pc:docMk/>
          <pc:sldMk cId="2031437660" sldId="264"/>
        </pc:sldMkLst>
      </pc:sldChg>
      <pc:sldChg chg="addSp modSp new mod">
        <pc:chgData name="Jesper Rindom Jensen" userId="a310f5d1-ee7a-4c45-b82c-78f0432bf078" providerId="ADAL" clId="{CF8F3AD9-308B-4F6B-8668-A7B9E0A4DE8C}" dt="2024-09-13T13:17:43.725" v="1512" actId="1076"/>
        <pc:sldMkLst>
          <pc:docMk/>
          <pc:sldMk cId="3183609975" sldId="265"/>
        </pc:sldMkLst>
      </pc:sldChg>
      <pc:sldChg chg="delSp modSp new mod">
        <pc:chgData name="Jesper Rindom Jensen" userId="a310f5d1-ee7a-4c45-b82c-78f0432bf078" providerId="ADAL" clId="{CF8F3AD9-308B-4F6B-8668-A7B9E0A4DE8C}" dt="2024-09-13T13:26:00.258" v="1692" actId="1076"/>
        <pc:sldMkLst>
          <pc:docMk/>
          <pc:sldMk cId="556464274" sldId="266"/>
        </pc:sldMkLst>
      </pc:sldChg>
      <pc:sldChg chg="delSp modSp new mod">
        <pc:chgData name="Jesper Rindom Jensen" userId="a310f5d1-ee7a-4c45-b82c-78f0432bf078" providerId="ADAL" clId="{CF8F3AD9-308B-4F6B-8668-A7B9E0A4DE8C}" dt="2024-09-16T05:54:41.331" v="2648" actId="478"/>
        <pc:sldMkLst>
          <pc:docMk/>
          <pc:sldMk cId="1922767698" sldId="267"/>
        </pc:sldMkLst>
      </pc:sldChg>
      <pc:sldChg chg="delSp modSp new mod">
        <pc:chgData name="Jesper Rindom Jensen" userId="a310f5d1-ee7a-4c45-b82c-78f0432bf078" providerId="ADAL" clId="{CF8F3AD9-308B-4F6B-8668-A7B9E0A4DE8C}" dt="2024-09-16T05:55:34.373" v="2663" actId="478"/>
        <pc:sldMkLst>
          <pc:docMk/>
          <pc:sldMk cId="390886599" sldId="268"/>
        </pc:sldMkLst>
      </pc:sldChg>
      <pc:sldChg chg="addSp modSp new mod">
        <pc:chgData name="Jesper Rindom Jensen" userId="a310f5d1-ee7a-4c45-b82c-78f0432bf078" providerId="ADAL" clId="{CF8F3AD9-308B-4F6B-8668-A7B9E0A4DE8C}" dt="2024-09-13T13:44:20.048" v="2071" actId="20577"/>
        <pc:sldMkLst>
          <pc:docMk/>
          <pc:sldMk cId="3549092384" sldId="269"/>
        </pc:sldMkLst>
      </pc:sldChg>
      <pc:sldChg chg="delSp modSp new mod">
        <pc:chgData name="Jesper Rindom Jensen" userId="a310f5d1-ee7a-4c45-b82c-78f0432bf078" providerId="ADAL" clId="{CF8F3AD9-308B-4F6B-8668-A7B9E0A4DE8C}" dt="2024-09-13T13:49:32.881" v="2141" actId="1076"/>
        <pc:sldMkLst>
          <pc:docMk/>
          <pc:sldMk cId="3800105383" sldId="270"/>
        </pc:sldMkLst>
      </pc:sldChg>
      <pc:sldChg chg="modSp new mod">
        <pc:chgData name="Jesper Rindom Jensen" userId="a310f5d1-ee7a-4c45-b82c-78f0432bf078" providerId="ADAL" clId="{CF8F3AD9-308B-4F6B-8668-A7B9E0A4DE8C}" dt="2024-09-13T13:55:22.642" v="2241" actId="1076"/>
        <pc:sldMkLst>
          <pc:docMk/>
          <pc:sldMk cId="3065157747" sldId="271"/>
        </pc:sldMkLst>
      </pc:sldChg>
      <pc:sldChg chg="modSp new mod">
        <pc:chgData name="Jesper Rindom Jensen" userId="a310f5d1-ee7a-4c45-b82c-78f0432bf078" providerId="ADAL" clId="{CF8F3AD9-308B-4F6B-8668-A7B9E0A4DE8C}" dt="2024-09-13T14:04:03.070" v="2393" actId="1076"/>
        <pc:sldMkLst>
          <pc:docMk/>
          <pc:sldMk cId="329437343" sldId="272"/>
        </pc:sldMkLst>
      </pc:sldChg>
      <pc:sldChg chg="addSp delSp modSp new mod setBg">
        <pc:chgData name="Jesper Rindom Jensen" userId="a310f5d1-ee7a-4c45-b82c-78f0432bf078" providerId="ADAL" clId="{CF8F3AD9-308B-4F6B-8668-A7B9E0A4DE8C}" dt="2024-09-13T14:05:44.872" v="2442" actId="27636"/>
        <pc:sldMkLst>
          <pc:docMk/>
          <pc:sldMk cId="728222645" sldId="273"/>
        </pc:sldMkLst>
      </pc:sldChg>
      <pc:sldChg chg="modSp new mod">
        <pc:chgData name="Jesper Rindom Jensen" userId="a310f5d1-ee7a-4c45-b82c-78f0432bf078" providerId="ADAL" clId="{CF8F3AD9-308B-4F6B-8668-A7B9E0A4DE8C}" dt="2024-09-13T14:08:26.503" v="2498" actId="1076"/>
        <pc:sldMkLst>
          <pc:docMk/>
          <pc:sldMk cId="3169106399" sldId="274"/>
        </pc:sldMkLst>
      </pc:sldChg>
      <pc:sldChg chg="delSp modSp new mod">
        <pc:chgData name="Jesper Rindom Jensen" userId="a310f5d1-ee7a-4c45-b82c-78f0432bf078" providerId="ADAL" clId="{CF8F3AD9-308B-4F6B-8668-A7B9E0A4DE8C}" dt="2024-09-13T14:13:49.222" v="2632" actId="1076"/>
        <pc:sldMkLst>
          <pc:docMk/>
          <pc:sldMk cId="2645520944" sldId="275"/>
        </pc:sldMkLst>
      </pc:sldChg>
    </pc:docChg>
  </pc:docChgLst>
  <pc:docChgLst>
    <pc:chgData name="Jesper Rindom Jensen" userId="a310f5d1-ee7a-4c45-b82c-78f0432bf078" providerId="ADAL" clId="{0B2BDDDA-A4D0-4D0D-92C4-4A4F04BFC521}"/>
    <pc:docChg chg="modSld">
      <pc:chgData name="Jesper Rindom Jensen" userId="a310f5d1-ee7a-4c45-b82c-78f0432bf078" providerId="ADAL" clId="{0B2BDDDA-A4D0-4D0D-92C4-4A4F04BFC521}" dt="2024-09-15T18:20:46.245" v="0" actId="20577"/>
      <pc:docMkLst>
        <pc:docMk/>
      </pc:docMkLst>
      <pc:sldChg chg="modSp mod">
        <pc:chgData name="Jesper Rindom Jensen" userId="a310f5d1-ee7a-4c45-b82c-78f0432bf078" providerId="ADAL" clId="{0B2BDDDA-A4D0-4D0D-92C4-4A4F04BFC521}" dt="2024-09-15T18:20:46.245" v="0" actId="20577"/>
        <pc:sldMkLst>
          <pc:docMk/>
          <pc:sldMk cId="390886599" sldId="268"/>
        </pc:sldMkLst>
      </pc:sldChg>
    </pc:docChg>
  </pc:docChgLst>
  <pc:docChgLst>
    <pc:chgData name="Jesper Rindom Jensen" userId="a310f5d1-ee7a-4c45-b82c-78f0432bf078" providerId="ADAL" clId="{EB9C89B6-C97F-42AD-A2EE-A556DFF3AA41}"/>
    <pc:docChg chg="modSld">
      <pc:chgData name="Jesper Rindom Jensen" userId="a310f5d1-ee7a-4c45-b82c-78f0432bf078" providerId="ADAL" clId="{EB9C89B6-C97F-42AD-A2EE-A556DFF3AA41}" dt="2024-09-22T18:20:08.689" v="2" actId="20577"/>
      <pc:docMkLst>
        <pc:docMk/>
      </pc:docMkLst>
      <pc:sldChg chg="modSp mod">
        <pc:chgData name="Jesper Rindom Jensen" userId="a310f5d1-ee7a-4c45-b82c-78f0432bf078" providerId="ADAL" clId="{EB9C89B6-C97F-42AD-A2EE-A556DFF3AA41}" dt="2024-09-22T17:56:49.299" v="0" actId="20577"/>
        <pc:sldMkLst>
          <pc:docMk/>
          <pc:sldMk cId="765242286" sldId="265"/>
        </pc:sldMkLst>
      </pc:sldChg>
      <pc:sldChg chg="modSp mod">
        <pc:chgData name="Jesper Rindom Jensen" userId="a310f5d1-ee7a-4c45-b82c-78f0432bf078" providerId="ADAL" clId="{EB9C89B6-C97F-42AD-A2EE-A556DFF3AA41}" dt="2024-09-22T18:20:08.689" v="2" actId="20577"/>
        <pc:sldMkLst>
          <pc:docMk/>
          <pc:sldMk cId="2222728584" sldId="279"/>
        </pc:sldMkLst>
      </pc:sldChg>
    </pc:docChg>
  </pc:docChgLst>
  <pc:docChgLst>
    <pc:chgData name="Jesper Rindom Jensen" userId="a310f5d1-ee7a-4c45-b82c-78f0432bf078" providerId="ADAL" clId="{A7B06563-0DE1-4A72-BAF2-0868E835833C}"/>
    <pc:docChg chg="undo custSel addSld modSld">
      <pc:chgData name="Jesper Rindom Jensen" userId="a310f5d1-ee7a-4c45-b82c-78f0432bf078" providerId="ADAL" clId="{A7B06563-0DE1-4A72-BAF2-0868E835833C}" dt="2024-09-22T14:22:42.438" v="1272" actId="114"/>
      <pc:docMkLst>
        <pc:docMk/>
      </pc:docMkLst>
      <pc:sldChg chg="modSp mod">
        <pc:chgData name="Jesper Rindom Jensen" userId="a310f5d1-ee7a-4c45-b82c-78f0432bf078" providerId="ADAL" clId="{A7B06563-0DE1-4A72-BAF2-0868E835833C}" dt="2024-09-22T13:20:39.836" v="66" actId="113"/>
        <pc:sldMkLst>
          <pc:docMk/>
          <pc:sldMk cId="66344487" sldId="268"/>
        </pc:sldMkLst>
      </pc:sldChg>
      <pc:sldChg chg="addSp delSp modSp new mod">
        <pc:chgData name="Jesper Rindom Jensen" userId="a310f5d1-ee7a-4c45-b82c-78f0432bf078" providerId="ADAL" clId="{A7B06563-0DE1-4A72-BAF2-0868E835833C}" dt="2024-09-22T13:28:27.916" v="231" actId="1076"/>
        <pc:sldMkLst>
          <pc:docMk/>
          <pc:sldMk cId="873721943" sldId="269"/>
        </pc:sldMkLst>
      </pc:sldChg>
      <pc:sldChg chg="delSp modSp new mod">
        <pc:chgData name="Jesper Rindom Jensen" userId="a310f5d1-ee7a-4c45-b82c-78f0432bf078" providerId="ADAL" clId="{A7B06563-0DE1-4A72-BAF2-0868E835833C}" dt="2024-09-22T13:32:37.707" v="303" actId="1076"/>
        <pc:sldMkLst>
          <pc:docMk/>
          <pc:sldMk cId="1803007297" sldId="270"/>
        </pc:sldMkLst>
      </pc:sldChg>
      <pc:sldChg chg="modSp new mod">
        <pc:chgData name="Jesper Rindom Jensen" userId="a310f5d1-ee7a-4c45-b82c-78f0432bf078" providerId="ADAL" clId="{A7B06563-0DE1-4A72-BAF2-0868E835833C}" dt="2024-09-22T13:35:45.352" v="395" actId="1076"/>
        <pc:sldMkLst>
          <pc:docMk/>
          <pc:sldMk cId="1564674061" sldId="271"/>
        </pc:sldMkLst>
      </pc:sldChg>
      <pc:sldChg chg="addSp modSp new mod">
        <pc:chgData name="Jesper Rindom Jensen" userId="a310f5d1-ee7a-4c45-b82c-78f0432bf078" providerId="ADAL" clId="{A7B06563-0DE1-4A72-BAF2-0868E835833C}" dt="2024-09-22T13:36:58.215" v="404" actId="20577"/>
        <pc:sldMkLst>
          <pc:docMk/>
          <pc:sldMk cId="556251944" sldId="272"/>
        </pc:sldMkLst>
      </pc:sldChg>
      <pc:sldChg chg="delSp modSp new mod">
        <pc:chgData name="Jesper Rindom Jensen" userId="a310f5d1-ee7a-4c45-b82c-78f0432bf078" providerId="ADAL" clId="{A7B06563-0DE1-4A72-BAF2-0868E835833C}" dt="2024-09-22T13:40:29.922" v="481" actId="1076"/>
        <pc:sldMkLst>
          <pc:docMk/>
          <pc:sldMk cId="817678314" sldId="273"/>
        </pc:sldMkLst>
      </pc:sldChg>
      <pc:sldChg chg="addSp delSp modSp new mod">
        <pc:chgData name="Jesper Rindom Jensen" userId="a310f5d1-ee7a-4c45-b82c-78f0432bf078" providerId="ADAL" clId="{A7B06563-0DE1-4A72-BAF2-0868E835833C}" dt="2024-09-22T13:41:31.462" v="496" actId="1076"/>
        <pc:sldMkLst>
          <pc:docMk/>
          <pc:sldMk cId="2687459029" sldId="274"/>
        </pc:sldMkLst>
      </pc:sldChg>
      <pc:sldChg chg="modSp new mod">
        <pc:chgData name="Jesper Rindom Jensen" userId="a310f5d1-ee7a-4c45-b82c-78f0432bf078" providerId="ADAL" clId="{A7B06563-0DE1-4A72-BAF2-0868E835833C}" dt="2024-09-22T13:43:59.321" v="542" actId="1076"/>
        <pc:sldMkLst>
          <pc:docMk/>
          <pc:sldMk cId="2109063670" sldId="275"/>
        </pc:sldMkLst>
      </pc:sldChg>
      <pc:sldChg chg="modSp new mod">
        <pc:chgData name="Jesper Rindom Jensen" userId="a310f5d1-ee7a-4c45-b82c-78f0432bf078" providerId="ADAL" clId="{A7B06563-0DE1-4A72-BAF2-0868E835833C}" dt="2024-09-22T13:48:50.764" v="631" actId="1076"/>
        <pc:sldMkLst>
          <pc:docMk/>
          <pc:sldMk cId="4210953221" sldId="276"/>
        </pc:sldMkLst>
      </pc:sldChg>
      <pc:sldChg chg="delSp modSp new mod">
        <pc:chgData name="Jesper Rindom Jensen" userId="a310f5d1-ee7a-4c45-b82c-78f0432bf078" providerId="ADAL" clId="{A7B06563-0DE1-4A72-BAF2-0868E835833C}" dt="2024-09-22T13:57:40.017" v="736" actId="1076"/>
        <pc:sldMkLst>
          <pc:docMk/>
          <pc:sldMk cId="2005062655" sldId="277"/>
        </pc:sldMkLst>
      </pc:sldChg>
      <pc:sldChg chg="modSp new mod">
        <pc:chgData name="Jesper Rindom Jensen" userId="a310f5d1-ee7a-4c45-b82c-78f0432bf078" providerId="ADAL" clId="{A7B06563-0DE1-4A72-BAF2-0868E835833C}" dt="2024-09-22T14:02:17.020" v="787" actId="1076"/>
        <pc:sldMkLst>
          <pc:docMk/>
          <pc:sldMk cId="1363302010" sldId="278"/>
        </pc:sldMkLst>
      </pc:sldChg>
      <pc:sldChg chg="addSp delSp modSp new mod">
        <pc:chgData name="Jesper Rindom Jensen" userId="a310f5d1-ee7a-4c45-b82c-78f0432bf078" providerId="ADAL" clId="{A7B06563-0DE1-4A72-BAF2-0868E835833C}" dt="2024-09-22T14:08:44.150" v="924" actId="1076"/>
        <pc:sldMkLst>
          <pc:docMk/>
          <pc:sldMk cId="2222728584" sldId="279"/>
        </pc:sldMkLst>
      </pc:sldChg>
      <pc:sldChg chg="addSp delSp modSp new mod">
        <pc:chgData name="Jesper Rindom Jensen" userId="a310f5d1-ee7a-4c45-b82c-78f0432bf078" providerId="ADAL" clId="{A7B06563-0DE1-4A72-BAF2-0868E835833C}" dt="2024-09-22T14:12:27.547" v="931" actId="14100"/>
        <pc:sldMkLst>
          <pc:docMk/>
          <pc:sldMk cId="487377318" sldId="280"/>
        </pc:sldMkLst>
      </pc:sldChg>
      <pc:sldChg chg="addSp delSp modSp new mod modClrScheme chgLayout">
        <pc:chgData name="Jesper Rindom Jensen" userId="a310f5d1-ee7a-4c45-b82c-78f0432bf078" providerId="ADAL" clId="{A7B06563-0DE1-4A72-BAF2-0868E835833C}" dt="2024-09-22T14:13:43.007" v="951"/>
        <pc:sldMkLst>
          <pc:docMk/>
          <pc:sldMk cId="820287478" sldId="281"/>
        </pc:sldMkLst>
      </pc:sldChg>
      <pc:sldChg chg="addSp delSp modSp new mod modClrScheme chgLayout">
        <pc:chgData name="Jesper Rindom Jensen" userId="a310f5d1-ee7a-4c45-b82c-78f0432bf078" providerId="ADAL" clId="{A7B06563-0DE1-4A72-BAF2-0868E835833C}" dt="2024-09-22T14:16:47.550" v="1010" actId="1076"/>
        <pc:sldMkLst>
          <pc:docMk/>
          <pc:sldMk cId="3077154217" sldId="282"/>
        </pc:sldMkLst>
      </pc:sldChg>
      <pc:sldChg chg="addSp delSp modSp new mod">
        <pc:chgData name="Jesper Rindom Jensen" userId="a310f5d1-ee7a-4c45-b82c-78f0432bf078" providerId="ADAL" clId="{A7B06563-0DE1-4A72-BAF2-0868E835833C}" dt="2024-09-22T14:22:42.438" v="1272" actId="114"/>
        <pc:sldMkLst>
          <pc:docMk/>
          <pc:sldMk cId="3461158462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B2315-7E14-42D9-86F1-6A6260183E1C}" type="datetimeFigureOut">
              <a:rPr lang="da-DK" smtClean="0"/>
              <a:t>16-01-2025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75C91-8B70-4F9E-A658-2109D32D6DE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0627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D0016-4BA9-BF15-ACC5-DBA3C6FE4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FF2DD-6C77-28B8-FFBE-976B8BEC1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CBFC7-89E8-B781-698D-763EC5697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16-01-2025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FEA96-E3ED-F2E2-AC4E-5D13804F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EBF60-0E02-455B-7376-D9AA60B3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106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632F6-EAB1-7490-5850-140567FD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459B5-7383-1B3E-9E6C-F39D77284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D22A1-8E7D-0D99-2F29-17833D1BA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16-01-2025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79A67-2898-BE1A-7890-F75DF25D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CB57D-3DCD-BB9F-2A00-DE402A6B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26320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AF22B-0B85-D096-96AA-8A19219B0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2425A-B848-E190-CC88-56DEC0F88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CE1F3-CB68-7F0A-E79A-F1BF91FAD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16-01-2025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71519-35D7-2B6D-A0C3-B024A8EBB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5D939-7EA3-3E9C-0CE3-2F71C0AA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29701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729F4-E3FF-D70F-BE2F-F7F3C52D5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D2378-35C9-DE8F-D18C-8AB6006894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C9889-EE2D-5E3D-AC1F-078E7B2B3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2FE1A-8D97-D8AB-91D8-3BEBEFF16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16-01-2025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2532-75DD-0E55-B770-3B2C1B2CA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C8EDF-59C7-73C0-CC98-0C1F70539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90389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7CD88-28A1-9803-7337-04F17F840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F6704-3351-9801-8923-3CB747236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D66C1-49EA-339B-DF3F-97A39F676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1C2A49-EE57-29D8-28AF-D3158DF13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114187-CF4E-B2BC-A0C2-F6FDE17CD9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33F25-072E-23D8-E167-7ACC9979A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16-01-2025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B9EA87-8B34-274A-381A-038E82F87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03B4FF-7844-D65A-CEDB-29EE5ADD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09739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1F4E1-A925-82B3-792A-3BF2C08F4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31BE32-67B5-1DF7-5A94-80CD1DC6F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16-01-2025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AED93E-DDBC-BF7F-340D-6025C4914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17ADC8-0D34-5FFC-612D-A4AE5001B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07345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C9CF3C-22E7-4BC9-4295-090685250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16-01-2025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72FDE4-5190-702F-E0FB-CE80D6B36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EA15E-B05D-1037-7520-9596ED9C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87776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A9D7-0128-9FEC-AEDC-E500519F3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9C482-E15C-35A2-7E4B-B70F2C9B2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74619-52DD-08C1-B651-DF6BA9744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78BCA-3476-381D-A340-CB2D395D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16-01-2025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211BC-9A08-B17A-A16C-6BA99D9D6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D5000-9292-F9B2-E332-9AB36D93B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44404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B8651-4682-D763-CB46-4126CD7D9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F7B38A-6BCF-B657-0BDB-41B8C87DA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882C1-4DAA-A740-3C36-619C34D70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0225C-7B96-6381-E70E-D085C53AD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16-01-2025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162EF-C783-7412-6615-1179C11D4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49290-589F-AD63-763F-CE4B8C0D8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34830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B1DC3-E01C-13E5-486D-D701809A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89A0F-382D-3F24-DB0B-6A2986BC9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83104-064F-6560-B613-A7DA18BCB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16-01-2025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BFA79-6158-FD89-5E75-F7F613531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98AFE-CD1F-9639-363B-AD205DBE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87758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C8DAB-1FFB-B052-F0EC-BDA5B780E6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9D070E-B318-0E99-9F82-4CD716F39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E8060-376F-ADAC-8F12-70559B2F2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16-01-2025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76A78-B6C1-F574-2337-B3254B358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4DEE-7468-0A0E-0480-86E25A37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9970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A48F2D-4626-B428-32AD-CFF647C71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035DE-7CC5-D30E-A343-876E4B648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2E187-318D-415B-3DB9-A05375AFB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CA8D5B-08D0-40B7-94C6-BC1D9BCA46D7}" type="datetimeFigureOut">
              <a:rPr lang="da-DK" smtClean="0"/>
              <a:t>16-01-2025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5A964-0C28-34C6-946C-424C78083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809B1-167C-51BE-EAC6-787286687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2232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rj@es.aau.d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6.xml"/><Relationship Id="rId7" Type="http://schemas.openxmlformats.org/officeDocument/2006/relationships/image" Target="../media/image7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9.xml"/><Relationship Id="rId7" Type="http://schemas.openxmlformats.org/officeDocument/2006/relationships/image" Target="../media/image9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tags" Target="../tags/tag11.xml"/><Relationship Id="rId10" Type="http://schemas.openxmlformats.org/officeDocument/2006/relationships/image" Target="../media/image12.png"/><Relationship Id="rId4" Type="http://schemas.openxmlformats.org/officeDocument/2006/relationships/tags" Target="../tags/tag10.xml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5.xml"/><Relationship Id="rId7" Type="http://schemas.openxmlformats.org/officeDocument/2006/relationships/image" Target="../media/image19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3.png"/><Relationship Id="rId5" Type="http://schemas.openxmlformats.org/officeDocument/2006/relationships/tags" Target="../tags/tag17.xml"/><Relationship Id="rId10" Type="http://schemas.openxmlformats.org/officeDocument/2006/relationships/image" Target="../media/image22.png"/><Relationship Id="rId4" Type="http://schemas.openxmlformats.org/officeDocument/2006/relationships/tags" Target="../tags/tag16.xml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7" Type="http://schemas.openxmlformats.org/officeDocument/2006/relationships/image" Target="../media/image26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23.xml"/><Relationship Id="rId7" Type="http://schemas.openxmlformats.org/officeDocument/2006/relationships/image" Target="../media/image28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27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.xml"/><Relationship Id="rId9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35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31.xml"/><Relationship Id="rId7" Type="http://schemas.openxmlformats.org/officeDocument/2006/relationships/image" Target="../media/image37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3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2.xml"/><Relationship Id="rId9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tags" Target="../tags/tag35.xml"/><Relationship Id="rId7" Type="http://schemas.openxmlformats.org/officeDocument/2006/relationships/image" Target="../media/image40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4.png"/><Relationship Id="rId5" Type="http://schemas.openxmlformats.org/officeDocument/2006/relationships/tags" Target="../tags/tag37.xml"/><Relationship Id="rId10" Type="http://schemas.openxmlformats.org/officeDocument/2006/relationships/image" Target="../media/image43.png"/><Relationship Id="rId4" Type="http://schemas.openxmlformats.org/officeDocument/2006/relationships/tags" Target="../tags/tag36.xml"/><Relationship Id="rId9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tags" Target="../tags/tag42.xml"/><Relationship Id="rId7" Type="http://schemas.openxmlformats.org/officeDocument/2006/relationships/image" Target="../media/image47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51.png"/><Relationship Id="rId5" Type="http://schemas.openxmlformats.org/officeDocument/2006/relationships/tags" Target="../tags/tag44.xml"/><Relationship Id="rId10" Type="http://schemas.openxmlformats.org/officeDocument/2006/relationships/image" Target="../media/image50.png"/><Relationship Id="rId4" Type="http://schemas.openxmlformats.org/officeDocument/2006/relationships/tags" Target="../tags/tag43.xml"/><Relationship Id="rId9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tags" Target="../tags/tag4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image" Target="../media/image58.png"/><Relationship Id="rId5" Type="http://schemas.openxmlformats.org/officeDocument/2006/relationships/tags" Target="../tags/tag50.xml"/><Relationship Id="rId10" Type="http://schemas.openxmlformats.org/officeDocument/2006/relationships/image" Target="../media/image57.png"/><Relationship Id="rId4" Type="http://schemas.openxmlformats.org/officeDocument/2006/relationships/tags" Target="../tags/tag49.xml"/><Relationship Id="rId9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5FD2F-7BCB-5CB0-0241-99CDD302C8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Steepest Descent and Least-Mean-Square (LMS) Adaptive Filters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48ABE1-A0D7-1B8F-E833-E8DF657FC2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Jesper Rindom Jensen, </a:t>
            </a:r>
            <a:r>
              <a:rPr lang="da-DK" dirty="0">
                <a:hlinkClick r:id="rId2"/>
              </a:rPr>
              <a:t>jrj@es.aau.dk</a:t>
            </a:r>
            <a:r>
              <a:rPr lang="da-DK" dirty="0"/>
              <a:t> </a:t>
            </a:r>
          </a:p>
          <a:p>
            <a:r>
              <a:rPr lang="da-DK" dirty="0"/>
              <a:t>Advanced Signal Processing, Electronic Systems, Aalborg University</a:t>
            </a:r>
          </a:p>
        </p:txBody>
      </p:sp>
    </p:spTree>
    <p:extLst>
      <p:ext uri="{BB962C8B-B14F-4D97-AF65-F5344CB8AC3E}">
        <p14:creationId xmlns:p14="http://schemas.microsoft.com/office/powerpoint/2010/main" val="1976493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E4413-9DB1-49CD-4709-697CEF6FB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Why Adaptive Filtering?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B9AD4-4738-FEBC-4C84-83AD28F22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Imagine that </a:t>
            </a:r>
            <a:r>
              <a:rPr lang="en-US" i="1" dirty="0"/>
              <a:t>u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and </a:t>
            </a:r>
            <a:r>
              <a:rPr lang="en-US" i="1" dirty="0"/>
              <a:t>d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are not jointly stationary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the optimal filter weights are time-varying...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4DED5A-38DF-13C9-FC38-2F6F80662C5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200" y="2835275"/>
            <a:ext cx="2873600" cy="35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512314-DAA5-8AF3-2E8D-32E67C629A8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000" y="3453458"/>
            <a:ext cx="9120000" cy="14869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1D435D-297C-9853-A554-5AE1F27559D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000" y="4953774"/>
            <a:ext cx="6342400" cy="5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37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E3FE9-DE60-B4FB-BD9B-A863856F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Why Adaptive Filtering?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6AD1C-CB8E-9D39-00AA-1E37BB470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issues... </a:t>
            </a:r>
          </a:p>
          <a:p>
            <a:pPr lvl="1"/>
            <a:r>
              <a:rPr lang="en-US" dirty="0"/>
              <a:t>High computational complexity </a:t>
            </a:r>
          </a:p>
          <a:p>
            <a:pPr lvl="1"/>
            <a:r>
              <a:rPr lang="en-US" dirty="0"/>
              <a:t>Statistics might be unknown</a:t>
            </a:r>
          </a:p>
          <a:p>
            <a:pPr lvl="1"/>
            <a:endParaRPr lang="en-US" dirty="0"/>
          </a:p>
          <a:p>
            <a:r>
              <a:rPr lang="en-US" dirty="0"/>
              <a:t>Adaptive filtering can solve these issues! 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85476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FE50A-A311-6CFB-49FA-E6A56C6AC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Why Adaptive Filtering?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E44E4-1B07-DAA4-BCC4-DF3D7096A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Adaptive FIR filtering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501E6A-791A-1B7A-F28E-5592D8FE0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524" y="2298583"/>
            <a:ext cx="7532776" cy="444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90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9206A-D2BF-169B-C56C-BF065CC83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Steepest Descent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E1CBA-A45D-C466-6D0C-8D8637919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Steepest descent: </a:t>
            </a:r>
            <a:r>
              <a:rPr lang="en-US" dirty="0"/>
              <a:t>recursive method that allows us the iterative estimation of a filter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tracking of time variations in signal’s statistics.</a:t>
            </a:r>
          </a:p>
          <a:p>
            <a:r>
              <a:rPr lang="en-US" dirty="0"/>
              <a:t>Steepest descent, when applied to Wiener filtering, converges to the Wiener optimal solution in stationary scenarios.</a:t>
            </a: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0D33A5-2FE3-5623-0486-49FAAB9E92B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001294"/>
            <a:ext cx="4765866" cy="544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D7E7D3-A28E-7D7D-EB19-68FD7761C7D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533" y="4680231"/>
            <a:ext cx="6380800" cy="7253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85D288-A66A-FD78-E705-C32CB30EEDB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700" y="5777231"/>
            <a:ext cx="842667" cy="3114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8FA6C25-A85F-ECEF-7277-7DC10BD06961}"/>
              </a:ext>
            </a:extLst>
          </p:cNvPr>
          <p:cNvSpPr txBox="1"/>
          <p:nvPr/>
        </p:nvSpPr>
        <p:spPr>
          <a:xfrm>
            <a:off x="7620000" y="5777231"/>
            <a:ext cx="276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Step-size parameter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D946D6D-76C1-B03E-0093-ECD1BDD130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5348" y="3935694"/>
            <a:ext cx="3022805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25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B86FA-5101-837E-EFA8-6D90F9239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Steepest Descent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22039-B018-1A0D-032B-7A0AB7EB9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Application of steepest descent to Wiener filtering</a:t>
            </a:r>
          </a:p>
          <a:p>
            <a:r>
              <a:rPr lang="en-US" dirty="0"/>
              <a:t>Now, the filter weights are time-dependent: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And combining the above with the steepest-descent expression...</a:t>
            </a: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D91DD4-3E58-6743-6B32-BE04D327D11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078" y="2438400"/>
            <a:ext cx="3490122" cy="27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4DE20E-0589-4DE6-A0D5-620FB31E91F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2885345"/>
            <a:ext cx="8800000" cy="4586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5CC86F-83B9-63B0-AFC8-DC03361F558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3573387"/>
            <a:ext cx="10515368" cy="4038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363D72-17A8-D751-49E3-93B9ADC9B77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4109390"/>
            <a:ext cx="6150400" cy="544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47ABC9-71C7-0972-5808-0E7AD1D56D6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933" y="5614771"/>
            <a:ext cx="8706133" cy="5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54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26818-0C62-1B4B-3A54-3F4BAE65D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en-US" dirty="0"/>
              <a:t>Convergence/stability of steepest descent depends on... </a:t>
            </a:r>
          </a:p>
          <a:p>
            <a:pPr lvl="1"/>
            <a:r>
              <a:rPr lang="en-US" dirty="0"/>
              <a:t> ...the step-size parameter </a:t>
            </a:r>
            <a:r>
              <a:rPr lang="en-US" i="1" dirty="0"/>
              <a:t>µ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 ...the correlation matrix </a:t>
            </a:r>
            <a:r>
              <a:rPr lang="en-US" b="1" dirty="0"/>
              <a:t>R</a:t>
            </a:r>
            <a:endParaRPr lang="da-DK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896F2E-0045-457D-E552-71E229E9B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600" y="365125"/>
            <a:ext cx="6756400" cy="42043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293A4-AC3C-42F6-6070-FFFA8CCD0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Steepest Descent</a:t>
            </a:r>
          </a:p>
        </p:txBody>
      </p:sp>
    </p:spTree>
    <p:extLst>
      <p:ext uri="{BB962C8B-B14F-4D97-AF65-F5344CB8AC3E}">
        <p14:creationId xmlns:p14="http://schemas.microsoft.com/office/powerpoint/2010/main" val="820422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B7FC3-03C5-970B-CBF3-6E9AF8115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en-US" dirty="0"/>
              <a:t>A necessary and sufficient condition for the convergence/stability of steepest descent is </a:t>
            </a:r>
            <a:endParaRPr lang="da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E1EC7B-3D77-F9EA-D648-88070EB24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600" y="365125"/>
            <a:ext cx="6756400" cy="42043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A1280B-4EF8-5131-5666-BCA76F26E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Steepest Descent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51109C-09F3-14A0-F203-8634B6E06B5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733" y="5709763"/>
            <a:ext cx="1992533" cy="46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37A2FB-2C98-2FB3-95B6-B3547520AB23}"/>
              </a:ext>
            </a:extLst>
          </p:cNvPr>
          <p:cNvSpPr txBox="1"/>
          <p:nvPr/>
        </p:nvSpPr>
        <p:spPr>
          <a:xfrm>
            <a:off x="7924800" y="5807631"/>
            <a:ext cx="372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i="1" dirty="0">
                <a:solidFill>
                  <a:srgbClr val="FF0000"/>
                </a:solidFill>
              </a:rPr>
              <a:t>λ</a:t>
            </a:r>
            <a:r>
              <a:rPr lang="da-DK" baseline="-25000" dirty="0">
                <a:solidFill>
                  <a:srgbClr val="FF0000"/>
                </a:solidFill>
              </a:rPr>
              <a:t>max</a:t>
            </a:r>
            <a:r>
              <a:rPr lang="da-DK" dirty="0">
                <a:solidFill>
                  <a:srgbClr val="FF0000"/>
                </a:solidFill>
              </a:rPr>
              <a:t> the largest eigenvalue of </a:t>
            </a:r>
            <a:r>
              <a:rPr lang="da-DK" b="1" dirty="0">
                <a:solidFill>
                  <a:srgbClr val="FF0000"/>
                </a:solidFill>
              </a:rPr>
              <a:t>R</a:t>
            </a:r>
            <a:endParaRPr lang="da-DK" b="1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294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3BD58-2797-A5B3-8891-8F0B5897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Stochastic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FA765-DE7F-69B8-59A0-9A8B1DFA1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In real-world applications, normally, the statistics </a:t>
            </a:r>
            <a:r>
              <a:rPr lang="da-DK" b="1" dirty="0"/>
              <a:t>R</a:t>
            </a:r>
            <a:r>
              <a:rPr lang="da-DK" dirty="0"/>
              <a:t> and </a:t>
            </a:r>
            <a:r>
              <a:rPr lang="da-DK" b="1" dirty="0"/>
              <a:t>p</a:t>
            </a:r>
            <a:r>
              <a:rPr lang="da-DK" dirty="0"/>
              <a:t> are unavailable </a:t>
            </a:r>
          </a:p>
          <a:p>
            <a:endParaRPr lang="da-DK" dirty="0"/>
          </a:p>
          <a:p>
            <a:r>
              <a:rPr lang="da-DK" dirty="0"/>
              <a:t>We then need different </a:t>
            </a:r>
            <a:r>
              <a:rPr lang="da-DK" i="1" dirty="0"/>
              <a:t>adaptive filtering</a:t>
            </a:r>
            <a:r>
              <a:rPr lang="da-DK" dirty="0"/>
              <a:t> methods to track time variations in signal’s statistics in an </a:t>
            </a:r>
            <a:r>
              <a:rPr lang="da-DK" i="1" dirty="0"/>
              <a:t>online manner</a:t>
            </a:r>
            <a:r>
              <a:rPr lang="da-DK" dirty="0"/>
              <a:t>: </a:t>
            </a:r>
          </a:p>
          <a:p>
            <a:pPr lvl="1"/>
            <a:r>
              <a:rPr lang="da-DK" b="1" dirty="0"/>
              <a:t>Least-mean-square (LMS) algorithm</a:t>
            </a:r>
            <a:r>
              <a:rPr lang="da-DK" dirty="0"/>
              <a:t> </a:t>
            </a:r>
          </a:p>
          <a:p>
            <a:pPr lvl="1"/>
            <a:r>
              <a:rPr lang="da-DK" dirty="0"/>
              <a:t>Recursive least-squares (RLS) algorithm </a:t>
            </a:r>
          </a:p>
          <a:p>
            <a:endParaRPr lang="da-DK" dirty="0"/>
          </a:p>
          <a:p>
            <a:r>
              <a:rPr lang="da-DK" dirty="0"/>
              <a:t>LMS is based on </a:t>
            </a:r>
            <a:r>
              <a:rPr lang="da-DK" b="1" dirty="0"/>
              <a:t>stochastic gradient descent</a:t>
            </a:r>
            <a:r>
              <a:rPr lang="da-DK" dirty="0"/>
              <a:t> (</a:t>
            </a:r>
            <a:r>
              <a:rPr lang="da-DK" b="1" dirty="0"/>
              <a:t>SGD</a:t>
            </a:r>
            <a:r>
              <a:rPr lang="da-DK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3833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0CC4-9A76-6357-5031-70C923BEC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Least-Mean-Square Adaptive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DA6C4-8E75-481E-5E4D-A720E49CE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Some characteristics of LMS adaptive filtering:</a:t>
            </a:r>
          </a:p>
          <a:p>
            <a:r>
              <a:rPr lang="en-US" dirty="0"/>
              <a:t>Computational complexity </a:t>
            </a:r>
            <a:r>
              <a:rPr lang="en-US" b="1" dirty="0"/>
              <a:t>linear</a:t>
            </a:r>
            <a:r>
              <a:rPr lang="en-US" dirty="0"/>
              <a:t> with the order of the FIR filter</a:t>
            </a:r>
          </a:p>
          <a:p>
            <a:endParaRPr lang="en-US" dirty="0"/>
          </a:p>
          <a:p>
            <a:r>
              <a:rPr lang="en-US" dirty="0"/>
              <a:t>Knowledge on signal’s statistics is not required </a:t>
            </a:r>
          </a:p>
          <a:p>
            <a:endParaRPr lang="en-US" dirty="0"/>
          </a:p>
          <a:p>
            <a:r>
              <a:rPr lang="en-US" dirty="0"/>
              <a:t>LMS is robust against environmental noise/interference </a:t>
            </a:r>
          </a:p>
          <a:p>
            <a:endParaRPr lang="en-US" dirty="0"/>
          </a:p>
          <a:p>
            <a:r>
              <a:rPr lang="en-US" dirty="0"/>
              <a:t>Unlike RLS, LMS does not require the inversion of the correlation matrix of the regressor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65242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6B8BB-90F6-BD3A-1923-FC7060118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Least-Mean-Square Adaptive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0EEA9-0FBD-ED8A-413A-71023753F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34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LMS (stochastic gradient descent, SGD) versus steepest descent (SD)</a:t>
            </a:r>
            <a:r>
              <a:rPr lang="en-US" dirty="0"/>
              <a:t> </a:t>
            </a:r>
          </a:p>
          <a:p>
            <a:r>
              <a:rPr lang="en-US" dirty="0"/>
              <a:t>In SD (SGD), the statistics are known (not known), so the gradient and filter weights are deterministic functions (stochastic processes) </a:t>
            </a:r>
          </a:p>
          <a:p>
            <a:r>
              <a:rPr lang="en-US" dirty="0"/>
              <a:t>As a result, SGD is easier to implement in practice than SD </a:t>
            </a:r>
          </a:p>
          <a:p>
            <a:r>
              <a:rPr lang="en-US" dirty="0"/>
              <a:t>SGD is an approximation to SD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SD is optimal</a:t>
            </a:r>
            <a:r>
              <a:rPr lang="en-US" dirty="0"/>
              <a:t>: it approaches to </a:t>
            </a:r>
            <a:br>
              <a:rPr lang="en-US" dirty="0"/>
            </a:br>
            <a:r>
              <a:rPr lang="en-US" dirty="0"/>
              <a:t>the Wiener solution as </a:t>
            </a:r>
            <a:r>
              <a:rPr lang="en-US" i="1" dirty="0"/>
              <a:t>n</a:t>
            </a:r>
            <a:r>
              <a:rPr lang="en-US" dirty="0"/>
              <a:t> → +∞ </a:t>
            </a:r>
          </a:p>
          <a:p>
            <a:pPr marL="0" indent="0">
              <a:buNone/>
            </a:pPr>
            <a:r>
              <a:rPr lang="en-US" b="1" dirty="0"/>
              <a:t>LMS is suboptimal: </a:t>
            </a:r>
            <a:r>
              <a:rPr lang="en-US" dirty="0"/>
              <a:t>it randomly </a:t>
            </a:r>
            <a:br>
              <a:rPr lang="en-US" dirty="0"/>
            </a:br>
            <a:r>
              <a:rPr lang="en-US" dirty="0"/>
              <a:t>walks around the Wiener solution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gradient noise</a:t>
            </a:r>
            <a:r>
              <a:rPr lang="en-US" dirty="0"/>
              <a:t>) </a:t>
            </a: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12F85F-D586-6338-A009-1D6B6A83A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673" y="3822700"/>
            <a:ext cx="6274977" cy="280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111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F808-78BB-0988-A8AF-ABA8BEA98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Least-Mean-Square Adaptive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D2513-709D-929D-4FA8-5F26BE320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Overall block diagram of an (LMS) adaptive filter:</a:t>
            </a: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240B3-3CF7-D72B-8D1D-95A43D013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192" y="2363788"/>
            <a:ext cx="8973616" cy="449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210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9CC4F-6A5A-86C7-D8DA-98DF151F0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Least-Mean-Square Adaptive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3527D-F8BE-6756-49FF-05BDF3C05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/>
              <a:t>FIR filter</a:t>
            </a:r>
            <a:r>
              <a:rPr lang="da-DK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4811D4-4F81-2AB0-608D-58A5B18A6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584677"/>
            <a:ext cx="12192000" cy="390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44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777974-842C-7320-0F9E-36A940940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Least</a:t>
            </a:r>
            <a:r>
              <a:rPr lang="da-DK" dirty="0"/>
              <a:t>-Mean-Square Adaptive Filters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F4C3220-F418-B403-C1D4-F86736C33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/>
              <a:t>Reminder for Wiener </a:t>
            </a:r>
            <a:r>
              <a:rPr lang="da-DK" b="1" dirty="0" err="1"/>
              <a:t>filtering</a:t>
            </a:r>
            <a:r>
              <a:rPr lang="da-DK" b="1" dirty="0"/>
              <a:t>: </a:t>
            </a:r>
          </a:p>
          <a:p>
            <a:pPr lvl="1"/>
            <a:r>
              <a:rPr lang="en-US" dirty="0"/>
              <a:t>Adaptation based on the </a:t>
            </a:r>
            <a:r>
              <a:rPr lang="en-US" b="1" dirty="0"/>
              <a:t>instantaneous </a:t>
            </a:r>
            <a:r>
              <a:rPr lang="en-US" dirty="0"/>
              <a:t>error signal </a:t>
            </a:r>
            <a:r>
              <a:rPr lang="en-US" i="1" dirty="0"/>
              <a:t>e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b="1" dirty="0"/>
              <a:t>stochastic gradient descent</a:t>
            </a:r>
            <a:r>
              <a:rPr lang="en-US" dirty="0"/>
              <a:t>: we get rid of the expectation operator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r>
              <a:rPr lang="en-US" b="1" dirty="0"/>
              <a:t>LMS updating rule:</a:t>
            </a:r>
            <a:endParaRPr lang="da-DK" b="1" dirty="0"/>
          </a:p>
        </p:txBody>
      </p:sp>
      <p:pic>
        <p:nvPicPr>
          <p:cNvPr id="7" name="Billede 6" descr="\documentclass{article}&#10;\usepackage{amsmath}&#10;\pagestyle{empty}&#10;\begin{document}&#10;&#10;&#10;$J = E [|e(n)|^2]$&#10;&#10;\end{document}" title="IguanaTex Picture Display">
            <a:extLst>
              <a:ext uri="{FF2B5EF4-FFF2-40B4-BE49-F238E27FC236}">
                <a16:creationId xmlns:a16="http://schemas.microsoft.com/office/drawing/2014/main" id="{155EE272-A570-8022-6A9F-DD0654FAEB3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757" y="1914359"/>
            <a:ext cx="2124800" cy="381867"/>
          </a:xfrm>
          <a:prstGeom prst="rect">
            <a:avLst/>
          </a:prstGeom>
        </p:spPr>
      </p:pic>
      <p:pic>
        <p:nvPicPr>
          <p:cNvPr id="9" name="Billede 8" descr="\documentclass{article}&#10;\usepackage{amsmath}&#10;\pagestyle{empty}&#10;\begin{document}&#10;&#10;&#10;$J_s(n) = e(n)e^*(n) = |e(n)|^2$&#10;&#10;\end{document}" title="IguanaTex Picture Display">
            <a:extLst>
              <a:ext uri="{FF2B5EF4-FFF2-40B4-BE49-F238E27FC236}">
                <a16:creationId xmlns:a16="http://schemas.microsoft.com/office/drawing/2014/main" id="{7F6323D6-8011-B709-A8C7-791C133C766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10" y="3153611"/>
            <a:ext cx="4202667" cy="381867"/>
          </a:xfrm>
          <a:prstGeom prst="rect">
            <a:avLst/>
          </a:prstGeom>
        </p:spPr>
      </p:pic>
      <p:sp>
        <p:nvSpPr>
          <p:cNvPr id="10" name="Tekstfelt 9">
            <a:extLst>
              <a:ext uri="{FF2B5EF4-FFF2-40B4-BE49-F238E27FC236}">
                <a16:creationId xmlns:a16="http://schemas.microsoft.com/office/drawing/2014/main" id="{FB494591-E33F-D3C0-1B94-512B6800DDC2}"/>
              </a:ext>
            </a:extLst>
          </p:cNvPr>
          <p:cNvSpPr txBox="1"/>
          <p:nvPr/>
        </p:nvSpPr>
        <p:spPr>
          <a:xfrm>
            <a:off x="5556887" y="3165139"/>
            <a:ext cx="4840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Sample </a:t>
            </a:r>
            <a:r>
              <a:rPr lang="da-DK" dirty="0" err="1">
                <a:solidFill>
                  <a:srgbClr val="FF0000"/>
                </a:solidFill>
              </a:rPr>
              <a:t>value</a:t>
            </a:r>
            <a:r>
              <a:rPr lang="da-DK" dirty="0">
                <a:solidFill>
                  <a:srgbClr val="FF0000"/>
                </a:solidFill>
              </a:rPr>
              <a:t> of a </a:t>
            </a:r>
            <a:r>
              <a:rPr lang="da-DK" i="1" dirty="0" err="1">
                <a:solidFill>
                  <a:srgbClr val="FF0000"/>
                </a:solidFill>
              </a:rPr>
              <a:t>stochastic</a:t>
            </a:r>
            <a:r>
              <a:rPr lang="da-DK" dirty="0">
                <a:solidFill>
                  <a:srgbClr val="FF0000"/>
                </a:solidFill>
              </a:rPr>
              <a:t> </a:t>
            </a:r>
            <a:r>
              <a:rPr lang="da-DK" dirty="0" err="1">
                <a:solidFill>
                  <a:srgbClr val="FF0000"/>
                </a:solidFill>
              </a:rPr>
              <a:t>process</a:t>
            </a:r>
            <a:endParaRPr lang="da-DK" dirty="0">
              <a:solidFill>
                <a:srgbClr val="FF0000"/>
              </a:solidFill>
            </a:endParaRPr>
          </a:p>
        </p:txBody>
      </p:sp>
      <p:pic>
        <p:nvPicPr>
          <p:cNvPr id="12" name="Billede 11" descr="\documentclass{article}&#10;\usepackage{amsmath}&#10;\pagestyle{empty}&#10;\begin{document}&#10;&#10;&#10;$\nabla J_{s,k}(n) = \frac{\partial J_s(n)}{\partial w_k^*(n)} = -2u(n-k)e^*(n)$&#10;&#10;\end{document}" title="IguanaTex Picture Display">
            <a:extLst>
              <a:ext uri="{FF2B5EF4-FFF2-40B4-BE49-F238E27FC236}">
                <a16:creationId xmlns:a16="http://schemas.microsoft.com/office/drawing/2014/main" id="{5579440A-3957-322B-1BFA-A08034D33C6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10" y="3707181"/>
            <a:ext cx="5862400" cy="567467"/>
          </a:xfrm>
          <a:prstGeom prst="rect">
            <a:avLst/>
          </a:prstGeom>
        </p:spPr>
      </p:pic>
      <p:pic>
        <p:nvPicPr>
          <p:cNvPr id="14" name="Billede 13" descr="\documentclass{article}&#10;\usepackage{amsmath}&#10;\pagestyle{empty}&#10;\begin{document}&#10;&#10;&#10;$\hat{w}_k(n+1) =\hat{w}_k(n)- \frac{1}{2}\mu\nabla J_{s,k}(n)$&#10;&#10;\end{document}" title="IguanaTex Picture Display">
            <a:extLst>
              <a:ext uri="{FF2B5EF4-FFF2-40B4-BE49-F238E27FC236}">
                <a16:creationId xmlns:a16="http://schemas.microsoft.com/office/drawing/2014/main" id="{7DB481C8-DD51-0947-6E8B-9F2BE65E6FA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10" y="5202693"/>
            <a:ext cx="5115733" cy="426667"/>
          </a:xfrm>
          <a:prstGeom prst="rect">
            <a:avLst/>
          </a:prstGeom>
        </p:spPr>
      </p:pic>
      <p:pic>
        <p:nvPicPr>
          <p:cNvPr id="16" name="Billede 15" descr="\documentclass{article}&#10;\usepackage{amsmath}&#10;\pagestyle{empty}&#10;\begin{document}&#10;&#10;$\hat{w}_k(n+1) = \hat{w}_k(n)+\mu u(n-k)e^*(n)$&#10;&#10;&#10;\end{document}" title="IguanaTex Picture Display">
            <a:extLst>
              <a:ext uri="{FF2B5EF4-FFF2-40B4-BE49-F238E27FC236}">
                <a16:creationId xmlns:a16="http://schemas.microsoft.com/office/drawing/2014/main" id="{4DF2E5FF-6364-3D7E-092E-61B5AEED9B4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10" y="5788201"/>
            <a:ext cx="5653333" cy="35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21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B42115-1B22-BCCF-63DB-DE449D3E6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Least</a:t>
            </a:r>
            <a:r>
              <a:rPr lang="da-DK" dirty="0"/>
              <a:t>-Mean-Square Adaptive Filters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5B20B6C-FA0A-C712-FEE2-2CEE43623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/>
              <a:t>LMS in </a:t>
            </a:r>
            <a:r>
              <a:rPr lang="da-DK" b="1" dirty="0" err="1"/>
              <a:t>vector</a:t>
            </a:r>
            <a:r>
              <a:rPr lang="da-DK" b="1" dirty="0"/>
              <a:t> form:</a:t>
            </a:r>
          </a:p>
          <a:p>
            <a:endParaRPr lang="da-DK" b="1" dirty="0"/>
          </a:p>
          <a:p>
            <a:endParaRPr lang="da-DK" b="1" dirty="0"/>
          </a:p>
          <a:p>
            <a:endParaRPr lang="da-DK" b="1" dirty="0"/>
          </a:p>
          <a:p>
            <a:r>
              <a:rPr lang="da-DK" b="1" dirty="0"/>
              <a:t>LMS </a:t>
            </a:r>
            <a:r>
              <a:rPr lang="da-DK" b="1" dirty="0" err="1"/>
              <a:t>updating</a:t>
            </a:r>
            <a:r>
              <a:rPr lang="da-DK" b="1" dirty="0"/>
              <a:t> </a:t>
            </a:r>
            <a:r>
              <a:rPr lang="da-DK" b="1" dirty="0" err="1"/>
              <a:t>rule</a:t>
            </a:r>
            <a:r>
              <a:rPr lang="da-DK" b="1" dirty="0"/>
              <a:t>:</a:t>
            </a:r>
          </a:p>
        </p:txBody>
      </p:sp>
      <p:pic>
        <p:nvPicPr>
          <p:cNvPr id="5" name="Billede 4" descr="\documentclass{article}&#10;\usepackage{amsmath}&#10;\pagestyle{empty}&#10;\begin{document}&#10;&#10;$\hat{\mathbf{w}}(n)=\begin{bmatrix}\hat{w}_0(n)&amp;\hat{w}_1(n)&amp;\cdots&amp;\hat{w}_{M-1}(n)\end{bmatrix}^T$&#10;&#10;&#10;\end{document}" title="IguanaTex Picture Display">
            <a:extLst>
              <a:ext uri="{FF2B5EF4-FFF2-40B4-BE49-F238E27FC236}">
                <a16:creationId xmlns:a16="http://schemas.microsoft.com/office/drawing/2014/main" id="{1B5DF963-FBCA-81EF-FEC0-4365E0ED8A6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474" y="2452875"/>
            <a:ext cx="6496000" cy="505600"/>
          </a:xfrm>
          <a:prstGeom prst="rect">
            <a:avLst/>
          </a:prstGeom>
        </p:spPr>
      </p:pic>
      <p:pic>
        <p:nvPicPr>
          <p:cNvPr id="9" name="Billede 8" descr="\documentclass{article}&#10;\usepackage{amsmath}&#10;\pagestyle{empty}&#10;\begin{document}&#10;&#10;$\mathbf{u}(n) = \begin{bmatrix}u(n)&amp;u(n -1)&amp;\cdots&amp;u(n-M +1)\end{bmatrix}^T$&#10;&#10;&#10;\end{document}" title="IguanaTex Picture Display">
            <a:extLst>
              <a:ext uri="{FF2B5EF4-FFF2-40B4-BE49-F238E27FC236}">
                <a16:creationId xmlns:a16="http://schemas.microsoft.com/office/drawing/2014/main" id="{39666E89-5D7C-1B56-3FB7-87D912C4DF8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474" y="3010803"/>
            <a:ext cx="7305714" cy="507679"/>
          </a:xfrm>
          <a:prstGeom prst="rect">
            <a:avLst/>
          </a:prstGeom>
        </p:spPr>
      </p:pic>
      <p:pic>
        <p:nvPicPr>
          <p:cNvPr id="11" name="Billede 10" descr="\documentclass{article}&#10;\usepackage{amsmath}&#10;\pagestyle{empty}&#10;\begin{document}&#10;&#10;&#10;$\hat{\mathbf{w}}(n +1) =\hat{\mathbf{w}}(n)+\mu \mathbf{u}(n)e^*(n)$&#10;&#10;\end{document}" title="IguanaTex Picture Display">
            <a:extLst>
              <a:ext uri="{FF2B5EF4-FFF2-40B4-BE49-F238E27FC236}">
                <a16:creationId xmlns:a16="http://schemas.microsoft.com/office/drawing/2014/main" id="{B245F8EB-87F1-FAD2-DD57-17D31B028B1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474" y="4669589"/>
            <a:ext cx="4791466" cy="35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007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CD5225-9A92-126A-90DB-173D36C3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Least</a:t>
            </a:r>
            <a:r>
              <a:rPr lang="da-DK" dirty="0"/>
              <a:t>-Mean-Square Adaptive Filters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ED4F7CB-A3FF-8F6C-AD96-03B18CA83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Furthermore, bear in mind that...</a:t>
            </a:r>
          </a:p>
          <a:p>
            <a:pPr lvl="1"/>
            <a:r>
              <a:rPr lang="en-US" dirty="0"/>
              <a:t> </a:t>
            </a:r>
          </a:p>
          <a:p>
            <a:pPr lvl="1"/>
            <a:r>
              <a:rPr lang="en-US" dirty="0"/>
              <a:t> </a:t>
            </a:r>
          </a:p>
          <a:p>
            <a:pPr lvl="1"/>
            <a:endParaRPr lang="en-US" dirty="0"/>
          </a:p>
          <a:p>
            <a:r>
              <a:rPr lang="en-US" dirty="0"/>
              <a:t>We can reach the same solution from steepest descent:</a:t>
            </a:r>
          </a:p>
          <a:p>
            <a:pPr lvl="1"/>
            <a:r>
              <a:rPr lang="en-US" dirty="0"/>
              <a:t>Instead of </a:t>
            </a:r>
            <a:r>
              <a:rPr lang="en-US" b="1" dirty="0"/>
              <a:t>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Instead of </a:t>
            </a:r>
            <a:r>
              <a:rPr lang="en-US" b="1" dirty="0"/>
              <a:t>p</a:t>
            </a:r>
            <a:r>
              <a:rPr lang="en-US" dirty="0"/>
              <a:t>:</a:t>
            </a:r>
          </a:p>
          <a:p>
            <a:pPr lvl="1"/>
            <a:endParaRPr lang="en-US" dirty="0"/>
          </a:p>
          <a:p>
            <a:r>
              <a:rPr lang="en-US" b="1" dirty="0"/>
              <a:t>LMS feedback</a:t>
            </a:r>
            <a:r>
              <a:rPr lang="en-US" dirty="0"/>
              <a:t>: the instantaneous estimates of </a:t>
            </a:r>
            <a:r>
              <a:rPr lang="en-US" b="1" dirty="0"/>
              <a:t>R</a:t>
            </a:r>
            <a:r>
              <a:rPr lang="en-US" dirty="0"/>
              <a:t> and </a:t>
            </a:r>
            <a:r>
              <a:rPr lang="en-US" b="1" dirty="0"/>
              <a:t>p</a:t>
            </a:r>
            <a:r>
              <a:rPr lang="en-US" dirty="0"/>
              <a:t> are averaged over time during adaptation</a:t>
            </a:r>
          </a:p>
        </p:txBody>
      </p:sp>
      <p:pic>
        <p:nvPicPr>
          <p:cNvPr id="5" name="Billede 4" descr="\documentclass{article}&#10;\usepackage{amsmath}&#10;\pagestyle{empty}&#10;\begin{document}&#10;&#10;$e(n)=d(n)-\hat{d}(n)$&#10;&#10;&#10;\end{document}" title="IguanaTex Picture Display">
            <a:extLst>
              <a:ext uri="{FF2B5EF4-FFF2-40B4-BE49-F238E27FC236}">
                <a16:creationId xmlns:a16="http://schemas.microsoft.com/office/drawing/2014/main" id="{D8550C79-76BF-F440-F2B5-795F9D315EC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632" y="2239211"/>
            <a:ext cx="2446629" cy="367543"/>
          </a:xfrm>
          <a:prstGeom prst="rect">
            <a:avLst/>
          </a:prstGeom>
        </p:spPr>
      </p:pic>
      <p:pic>
        <p:nvPicPr>
          <p:cNvPr id="7" name="Billede 6" descr="\documentclass{article}&#10;\usepackage{amsmath}&#10;\pagestyle{empty}&#10;\begin{document}&#10;&#10;$\hat{d}=\hat{\mathbf{w}}^H(n)\mathbf{u}(n)$&#10;&#10;&#10;\end{document}" title="IguanaTex Picture Display">
            <a:extLst>
              <a:ext uri="{FF2B5EF4-FFF2-40B4-BE49-F238E27FC236}">
                <a16:creationId xmlns:a16="http://schemas.microsoft.com/office/drawing/2014/main" id="{ED8FBF4D-EA94-557E-14F1-947D25896DC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632" y="2652797"/>
            <a:ext cx="2040686" cy="3675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02F753-2438-D025-F549-1F9D6DA8A23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518" y="4001295"/>
            <a:ext cx="1415140" cy="332769"/>
          </a:xfrm>
          <a:prstGeom prst="rect">
            <a:avLst/>
          </a:prstGeom>
        </p:spPr>
      </p:pic>
      <p:pic>
        <p:nvPicPr>
          <p:cNvPr id="11" name="Billede 10" descr="\documentclass{article}&#10;\usepackage{amsmath}&#10;\pagestyle{empty}&#10;\begin{document}&#10;&#10;$\mathbf{u}(n)d^*(n)$&#10;&#10;&#10;\end{document}" title="IguanaTex Picture Display">
            <a:extLst>
              <a:ext uri="{FF2B5EF4-FFF2-40B4-BE49-F238E27FC236}">
                <a16:creationId xmlns:a16="http://schemas.microsoft.com/office/drawing/2014/main" id="{4966F6A3-4C79-D457-C9CF-03FE065D3D1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518" y="4422534"/>
            <a:ext cx="1287314" cy="30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674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173E14-BE5B-7FFE-738D-76A6E8B99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Least</a:t>
            </a:r>
            <a:r>
              <a:rPr lang="da-DK" dirty="0"/>
              <a:t>-Mean-Square Adaptive Filters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B2BF210-B608-318E-31C1-E5C1E04FA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Adaptive weight-</a:t>
            </a:r>
            <a:br>
              <a:rPr lang="en-US" b="1" dirty="0"/>
            </a:br>
            <a:r>
              <a:rPr lang="en-US" b="1" dirty="0"/>
              <a:t>control mechanism </a:t>
            </a:r>
            <a:br>
              <a:rPr lang="en-US" b="1" dirty="0"/>
            </a:br>
            <a:r>
              <a:rPr lang="en-US" b="1" dirty="0"/>
              <a:t>of LMS:</a:t>
            </a:r>
            <a:endParaRPr lang="da-DK" b="1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401FCEE8-7E98-F80D-12F8-F2FC7CD08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468" y="1402214"/>
            <a:ext cx="7024334" cy="519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251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829388-A18E-F091-1685-A38CE25DC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Least</a:t>
            </a:r>
            <a:r>
              <a:rPr lang="da-DK" dirty="0"/>
              <a:t>-Mean-Square Adaptive Filters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206566A-9F2E-B130-87B2-D61D53F17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6122"/>
          </a:xfrm>
        </p:spPr>
        <p:txBody>
          <a:bodyPr/>
          <a:lstStyle/>
          <a:p>
            <a:r>
              <a:rPr lang="en-US" dirty="0"/>
              <a:t>As for steepest descent, convergence/stability of LMS is guaranteed when</a:t>
            </a:r>
          </a:p>
          <a:p>
            <a:endParaRPr lang="en-US" dirty="0"/>
          </a:p>
          <a:p>
            <a:r>
              <a:rPr lang="en-US" dirty="0"/>
              <a:t>In practice, </a:t>
            </a:r>
            <a:r>
              <a:rPr lang="en-US" i="1" dirty="0"/>
              <a:t>µ</a:t>
            </a:r>
            <a:r>
              <a:rPr lang="en-US" dirty="0"/>
              <a:t> has to be sufficiently small for a robust behavior</a:t>
            </a:r>
          </a:p>
          <a:p>
            <a:r>
              <a:rPr lang="en-US" dirty="0"/>
              <a:t>The excess mean-square error is defined as </a:t>
            </a:r>
            <a:r>
              <a:rPr lang="en-US" i="1" dirty="0" err="1"/>
              <a:t>J</a:t>
            </a:r>
            <a:r>
              <a:rPr lang="en-US" baseline="-25000" dirty="0" err="1"/>
              <a:t>ex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= </a:t>
            </a:r>
            <a:r>
              <a:rPr lang="en-US" i="1" dirty="0"/>
              <a:t>J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- </a:t>
            </a:r>
            <a:r>
              <a:rPr lang="en-US" i="1" dirty="0" err="1"/>
              <a:t>J</a:t>
            </a:r>
            <a:r>
              <a:rPr lang="en-US" baseline="-25000" dirty="0" err="1"/>
              <a:t>min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</a:t>
            </a:r>
          </a:p>
          <a:p>
            <a:r>
              <a:rPr lang="en-US" b="1" dirty="0" err="1"/>
              <a:t>Misadjustment</a:t>
            </a:r>
            <a:r>
              <a:rPr lang="en-US" b="1" dirty="0"/>
              <a:t>:</a:t>
            </a:r>
          </a:p>
          <a:p>
            <a:endParaRPr lang="en-US" b="1" dirty="0"/>
          </a:p>
          <a:p>
            <a:endParaRPr lang="en-US" dirty="0"/>
          </a:p>
          <a:p>
            <a:r>
              <a:rPr lang="en-US" dirty="0"/>
              <a:t>We can give a power interpretation to the above equation</a:t>
            </a:r>
          </a:p>
        </p:txBody>
      </p:sp>
      <p:pic>
        <p:nvPicPr>
          <p:cNvPr id="5" name="Billede 4" descr="\documentclass{article}&#10;\usepackage{amsmath}&#10;\pagestyle{empty}&#10;\begin{document}&#10;&#10;$0&lt;\mu&lt;\frac{2}{\lambda_\mathrm{max}}$&#10;&#10;&#10;\end{document}" title="IguanaTex Picture Display">
            <a:extLst>
              <a:ext uri="{FF2B5EF4-FFF2-40B4-BE49-F238E27FC236}">
                <a16:creationId xmlns:a16="http://schemas.microsoft.com/office/drawing/2014/main" id="{15293604-BD0D-44BD-B1A4-DBD82EC6DA1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733" y="2684380"/>
            <a:ext cx="1992533" cy="465067"/>
          </a:xfrm>
          <a:prstGeom prst="rect">
            <a:avLst/>
          </a:prstGeom>
        </p:spPr>
      </p:pic>
      <p:pic>
        <p:nvPicPr>
          <p:cNvPr id="9" name="Billede 8" descr="\documentclass{article}&#10;\usepackage{amsmath}&#10;\pagestyle{empty}&#10;\begin{document}&#10;&#10;$\mathcal{M}=\frac{J_\mathrm{ex}(n\rightarrow\infty)}{J_\mathrm{min}}=\frac{\mu}{2}\sum_{k=1}^M\lambda_k$&#10;&#10;&#10;\end{document}" title="IguanaTex Picture Display">
            <a:extLst>
              <a:ext uri="{FF2B5EF4-FFF2-40B4-BE49-F238E27FC236}">
                <a16:creationId xmlns:a16="http://schemas.microsoft.com/office/drawing/2014/main" id="{EDAEEFA9-D3E9-E387-9B67-27A7AD6FAC0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170" y="5006473"/>
            <a:ext cx="4461658" cy="51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678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0F061C-5281-6031-9BCD-5DEFD2C89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the LMS algorithm</a:t>
            </a:r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9B20DDFA-33FC-FF99-0273-214DEC8A2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30" y="1576137"/>
            <a:ext cx="8720539" cy="505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459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E9F8A6-0FC5-EF74-7EBC-D94DB7D98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Normalized</a:t>
            </a:r>
            <a:r>
              <a:rPr lang="da-DK" dirty="0"/>
              <a:t> LMS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4BE2FCE-63FD-060F-EEDE-A7E25B373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LMS, when </a:t>
            </a:r>
            <a:r>
              <a:rPr lang="en-US" b="1" dirty="0"/>
              <a:t>u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is large, the adjustment is also large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i="1" dirty="0"/>
              <a:t>gradient noise amplification</a:t>
            </a:r>
            <a:r>
              <a:rPr lang="en-US" dirty="0"/>
              <a:t> problem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Solution</a:t>
            </a:r>
            <a:r>
              <a:rPr lang="en-US" dirty="0"/>
              <a:t>: employing </a:t>
            </a:r>
            <a:r>
              <a:rPr lang="en-US" b="1" dirty="0"/>
              <a:t>normalized least-mean-square (NLMS) </a:t>
            </a:r>
            <a:r>
              <a:rPr lang="en-US" dirty="0"/>
              <a:t>adaptive filters</a:t>
            </a:r>
          </a:p>
          <a:p>
            <a:endParaRPr lang="da-DK" i="1" dirty="0"/>
          </a:p>
          <a:p>
            <a:r>
              <a:rPr lang="da-DK" i="1" dirty="0" err="1"/>
              <a:t>Normalization</a:t>
            </a:r>
            <a:r>
              <a:rPr lang="da-DK" i="1" dirty="0"/>
              <a:t> factor</a:t>
            </a:r>
          </a:p>
          <a:p>
            <a:endParaRPr lang="da-DK" i="1" dirty="0"/>
          </a:p>
          <a:p>
            <a:r>
              <a:rPr lang="en-US" dirty="0"/>
              <a:t>NLMS has the same structure as LMS</a:t>
            </a:r>
            <a:endParaRPr lang="da-DK" dirty="0"/>
          </a:p>
        </p:txBody>
      </p:sp>
      <p:pic>
        <p:nvPicPr>
          <p:cNvPr id="5" name="Billede 4" descr="\documentclass{article}&#10;\usepackage{amsmath}&#10;\pagestyle{empty}&#10;\begin{document}&#10;&#10;$\hat{\mathbf{w}}(n+1)=\hat{\mathbf{w}}(n)+\mu\mathbf{u}(n)e^*(n)$&#10;&#10;&#10;\end{document}" title="IguanaTex Picture Display">
            <a:extLst>
              <a:ext uri="{FF2B5EF4-FFF2-40B4-BE49-F238E27FC236}">
                <a16:creationId xmlns:a16="http://schemas.microsoft.com/office/drawing/2014/main" id="{B2E71D6A-693C-5984-74CE-15954D2CF69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267" y="2732505"/>
            <a:ext cx="4791466" cy="356267"/>
          </a:xfrm>
          <a:prstGeom prst="rect">
            <a:avLst/>
          </a:prstGeom>
        </p:spPr>
      </p:pic>
      <p:pic>
        <p:nvPicPr>
          <p:cNvPr id="7" name="Billede 6" descr="\documentclass{article}&#10;\usepackage{amsmath}&#10;\pagestyle{empty}&#10;\begin{document}&#10;&#10;$\|\mathbf{u}(n)\|^2$&#10;&#10;&#10;\end{document}" title="IguanaTex Picture Display">
            <a:extLst>
              <a:ext uri="{FF2B5EF4-FFF2-40B4-BE49-F238E27FC236}">
                <a16:creationId xmlns:a16="http://schemas.microsoft.com/office/drawing/2014/main" id="{EF640AA9-30EC-B152-1E01-26FAF69AFA3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000" y="5138822"/>
            <a:ext cx="1152000" cy="38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63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3BE7C1-D060-8961-E33A-274CD5E4A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Normalized</a:t>
            </a:r>
            <a:r>
              <a:rPr lang="da-DK" dirty="0"/>
              <a:t> LMS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F887A98-5BDC-765C-8247-612A2592A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i="1" dirty="0" err="1"/>
              <a:t>Principle</a:t>
            </a:r>
            <a:r>
              <a:rPr lang="da-DK" i="1" dirty="0"/>
              <a:t> of minimal </a:t>
            </a:r>
            <a:r>
              <a:rPr lang="da-DK" i="1" dirty="0" err="1"/>
              <a:t>disturbance</a:t>
            </a:r>
            <a:endParaRPr lang="da-DK" i="1" dirty="0"/>
          </a:p>
          <a:p>
            <a:endParaRPr lang="da-DK" i="1" dirty="0"/>
          </a:p>
          <a:p>
            <a:r>
              <a:rPr lang="pt-BR" b="1" dirty="0"/>
              <a:t>Normalized LMS</a:t>
            </a:r>
            <a:r>
              <a:rPr lang="pt-BR" dirty="0"/>
              <a:t>: estimate                       minimizing</a:t>
            </a:r>
          </a:p>
          <a:p>
            <a:endParaRPr lang="pt-BR" dirty="0"/>
          </a:p>
          <a:p>
            <a:r>
              <a:rPr lang="da-DK" dirty="0" err="1"/>
              <a:t>subject</a:t>
            </a:r>
            <a:r>
              <a:rPr lang="da-DK" dirty="0"/>
              <a:t> to the </a:t>
            </a:r>
            <a:r>
              <a:rPr lang="da-DK" dirty="0" err="1"/>
              <a:t>constraint</a:t>
            </a:r>
            <a:endParaRPr lang="da-DK" dirty="0"/>
          </a:p>
          <a:p>
            <a:endParaRPr lang="da-DK" dirty="0"/>
          </a:p>
          <a:p>
            <a:r>
              <a:rPr lang="en-US" dirty="0"/>
              <a:t>We solve it by </a:t>
            </a:r>
            <a:r>
              <a:rPr lang="en-US" i="1" dirty="0"/>
              <a:t>Lagrange Multipliers</a:t>
            </a:r>
            <a:r>
              <a:rPr lang="en-US" dirty="0"/>
              <a:t>:</a:t>
            </a:r>
            <a:endParaRPr lang="da-DK" dirty="0"/>
          </a:p>
        </p:txBody>
      </p:sp>
      <p:pic>
        <p:nvPicPr>
          <p:cNvPr id="5" name="Billede 4" descr="\documentclass{article}&#10;\usepackage{amsmath}&#10;\pagestyle{empty}&#10;\begin{document}&#10;&#10;&#10;$\hat{\mathbf{w}}(n+1)$&#10;&#10;\end{document}" title="IguanaTex Picture Display">
            <a:extLst>
              <a:ext uri="{FF2B5EF4-FFF2-40B4-BE49-F238E27FC236}">
                <a16:creationId xmlns:a16="http://schemas.microsoft.com/office/drawing/2014/main" id="{7D130FDD-4B47-95FB-EE0A-729164E4AB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886" y="2912980"/>
            <a:ext cx="1354667" cy="356267"/>
          </a:xfrm>
          <a:prstGeom prst="rect">
            <a:avLst/>
          </a:prstGeom>
        </p:spPr>
      </p:pic>
      <p:pic>
        <p:nvPicPr>
          <p:cNvPr id="7" name="Billede 6" descr="\documentclass{article}&#10;\usepackage{amsmath}&#10;\pagestyle{empty}&#10;\begin{document}&#10;&#10;&#10;$\|\delta\hat{\mathbf{w}}(n+1)\|^2=\|\hat{\mathbf{w}}(n+1)-\hat{\mathbf{w}}(n)\|^2$&#10;&#10;\end{document}" title="IguanaTex Picture Display">
            <a:extLst>
              <a:ext uri="{FF2B5EF4-FFF2-40B4-BE49-F238E27FC236}">
                <a16:creationId xmlns:a16="http://schemas.microsoft.com/office/drawing/2014/main" id="{BB2DCD50-CB12-5ED3-76D5-5AE32B7E2B6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733" y="3404184"/>
            <a:ext cx="5608533" cy="381867"/>
          </a:xfrm>
          <a:prstGeom prst="rect">
            <a:avLst/>
          </a:prstGeom>
        </p:spPr>
      </p:pic>
      <p:pic>
        <p:nvPicPr>
          <p:cNvPr id="9" name="Billede 8" descr="\documentclass{article}&#10;\usepackage{amsmath}&#10;\pagestyle{empty}&#10;\begin{document}&#10;&#10;$\hat{\mathbf{w}}^H(n+1)\mathbf{u}(n) = d(n)$&#10;&#10;&#10;\end{document}" title="IguanaTex Picture Display">
            <a:extLst>
              <a:ext uri="{FF2B5EF4-FFF2-40B4-BE49-F238E27FC236}">
                <a16:creationId xmlns:a16="http://schemas.microsoft.com/office/drawing/2014/main" id="{5A87C608-E646-0D43-3755-E86872BC751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199" y="4356602"/>
            <a:ext cx="3481600" cy="386133"/>
          </a:xfrm>
          <a:prstGeom prst="rect">
            <a:avLst/>
          </a:prstGeom>
        </p:spPr>
      </p:pic>
      <p:pic>
        <p:nvPicPr>
          <p:cNvPr id="11" name="Billede 10" descr="\documentclass{article}&#10;\usepackage{amsmath}&#10;\pagestyle{empty}&#10;\begin{document}&#10;&#10;$J(n) = \|\delta\hat{\mathbf{w}}(n+1)\|^2+\mathrm{Re}(\lambda^*(d(n)-\hat{\mathbf{w}}^H(n+1)\mathbf{u}(n)))$&#10;&#10;&#10;\end{document}" title="IguanaTex Picture Display">
            <a:extLst>
              <a:ext uri="{FF2B5EF4-FFF2-40B4-BE49-F238E27FC236}">
                <a16:creationId xmlns:a16="http://schemas.microsoft.com/office/drawing/2014/main" id="{67877D71-ECED-4DD9-72B8-FD2764A6962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199" y="5487737"/>
            <a:ext cx="8473600" cy="38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9532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AADA72-B1F6-DE26-9CFB-134684F1A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Normalized</a:t>
            </a:r>
            <a:r>
              <a:rPr lang="da-DK" dirty="0"/>
              <a:t> LMS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0888BBA-E521-B37E-6130-615E40A67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da-DK" b="1" dirty="0" err="1"/>
              <a:t>Solving</a:t>
            </a:r>
            <a:r>
              <a:rPr lang="da-DK" b="1" dirty="0"/>
              <a:t> Lagrange </a:t>
            </a:r>
            <a:r>
              <a:rPr lang="da-DK" b="1" dirty="0" err="1"/>
              <a:t>Multipliers</a:t>
            </a:r>
            <a:r>
              <a:rPr lang="da-DK" dirty="0"/>
              <a:t>: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And the </a:t>
            </a:r>
            <a:r>
              <a:rPr lang="da-DK" dirty="0" err="1"/>
              <a:t>constraint</a:t>
            </a:r>
            <a:r>
              <a:rPr lang="da-DK" dirty="0"/>
              <a:t>…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b="1" dirty="0"/>
              <a:t>NLMS </a:t>
            </a:r>
            <a:r>
              <a:rPr lang="da-DK" b="1" dirty="0" err="1"/>
              <a:t>updating</a:t>
            </a:r>
            <a:r>
              <a:rPr lang="da-DK" b="1" dirty="0"/>
              <a:t> </a:t>
            </a:r>
            <a:r>
              <a:rPr lang="da-DK" b="1" dirty="0" err="1"/>
              <a:t>rule</a:t>
            </a:r>
            <a:r>
              <a:rPr lang="da-DK" b="1" dirty="0"/>
              <a:t>:</a:t>
            </a:r>
          </a:p>
        </p:txBody>
      </p:sp>
      <p:pic>
        <p:nvPicPr>
          <p:cNvPr id="5" name="Billede 4" descr="\documentclass{article}&#10;\usepackage{amsmath}&#10;\pagestyle{empty}&#10;\begin{document}&#10;&#10;&#10;$\frac{\partial J(n)}{\partial\hat{\mathbf{w}}^H(n+1)}=2(\hat{\mathbf{w}}(n+1)-\hat{\mathbf{w}}(n))-\lambda^*\mathbf{u}(n)=0$&#10;&#10;\end{document}" title="IguanaTex Picture Display">
            <a:extLst>
              <a:ext uri="{FF2B5EF4-FFF2-40B4-BE49-F238E27FC236}">
                <a16:creationId xmlns:a16="http://schemas.microsoft.com/office/drawing/2014/main" id="{76813755-B536-877D-A540-DDAD3681AE8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348" y="2342774"/>
            <a:ext cx="7123200" cy="544000"/>
          </a:xfrm>
          <a:prstGeom prst="rect">
            <a:avLst/>
          </a:prstGeom>
        </p:spPr>
      </p:pic>
      <p:pic>
        <p:nvPicPr>
          <p:cNvPr id="7" name="Billede 6" descr="\documentclass{article}&#10;\usepackage{amsmath}&#10;\pagestyle{empty}&#10;\begin{document}&#10;&#10;&#10;$\hat{\mathbf{w}}(n+1)=\hat{\mathbf{w}}(n)+\frac{1}{2}\lambda^*\mathbf{u}(n)$&#10;&#10;\end{document}" title="IguanaTex Picture Display">
            <a:extLst>
              <a:ext uri="{FF2B5EF4-FFF2-40B4-BE49-F238E27FC236}">
                <a16:creationId xmlns:a16="http://schemas.microsoft.com/office/drawing/2014/main" id="{9697121C-4476-7C1C-9EB6-7A6D5F49586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348" y="2954242"/>
            <a:ext cx="4358400" cy="426667"/>
          </a:xfrm>
          <a:prstGeom prst="rect">
            <a:avLst/>
          </a:prstGeom>
        </p:spPr>
      </p:pic>
      <p:pic>
        <p:nvPicPr>
          <p:cNvPr id="9" name="Billede 8" descr="\documentclass{article}&#10;\usepackage{amsmath}&#10;\pagestyle{empty}&#10;\begin{document}&#10;&#10;$d(n) =\hat{\mathbf{w}}^H(n+1)\mathbf{u}(n)=\left(\hat{\mathbf{w}}(n)+\frac{1}{2}\lambda^*\mathbf{u}(n)\right)^H\mathbf{u}(n)$&#10;&#10;&#10;\end{document}" title="IguanaTex Picture Display">
            <a:extLst>
              <a:ext uri="{FF2B5EF4-FFF2-40B4-BE49-F238E27FC236}">
                <a16:creationId xmlns:a16="http://schemas.microsoft.com/office/drawing/2014/main" id="{72A581E2-E66C-14BA-D382-8F1C88B49E8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348" y="3941942"/>
            <a:ext cx="7848533" cy="505600"/>
          </a:xfrm>
          <a:prstGeom prst="rect">
            <a:avLst/>
          </a:prstGeom>
        </p:spPr>
      </p:pic>
      <p:pic>
        <p:nvPicPr>
          <p:cNvPr id="11" name="Billede 10" descr="\documentclass{article}&#10;\usepackage{amsmath}&#10;\pagestyle{empty}&#10;\begin{document}&#10;&#10;$\lambda=\frac{2(d(n)-\hat{\mathbf{w}}^H(n)\mathbf{u}(n)}{\|\mathbf{u}(n)\|^2}=\frac{2e(n)}{\|\mathbf{u}(n)\|^2}$&#10;&#10;&#10;\end{document}" title="IguanaTex Picture Display">
            <a:extLst>
              <a:ext uri="{FF2B5EF4-FFF2-40B4-BE49-F238E27FC236}">
                <a16:creationId xmlns:a16="http://schemas.microsoft.com/office/drawing/2014/main" id="{96673954-A1B9-673A-5539-931C3195F27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348" y="4563943"/>
            <a:ext cx="4716800" cy="582400"/>
          </a:xfrm>
          <a:prstGeom prst="rect">
            <a:avLst/>
          </a:prstGeom>
        </p:spPr>
      </p:pic>
      <p:pic>
        <p:nvPicPr>
          <p:cNvPr id="15" name="Billede 14" descr="\documentclass{article}&#10;\usepackage{amsmath}&#10;\pagestyle{empty}&#10;\begin{document}&#10;&#10;$\hat{\mathbf{w}}(n+1)=\hat{\mathbf{w}}(n)+\frac{\tilde{\mu}}{\|\mathbf{u}(n)\|^2}\mathbf{u}(n)e^*(n)$&#10;&#10;&#10;\end{document}" title="IguanaTex Picture Display">
            <a:extLst>
              <a:ext uri="{FF2B5EF4-FFF2-40B4-BE49-F238E27FC236}">
                <a16:creationId xmlns:a16="http://schemas.microsoft.com/office/drawing/2014/main" id="{0446CB3E-C469-E82B-B5B4-48FA0FFB35B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748" y="5762965"/>
            <a:ext cx="5669329" cy="50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062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572E61-8B73-2286-E716-04A98655D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LMS vs. </a:t>
            </a:r>
            <a:r>
              <a:rPr lang="da-DK" dirty="0" err="1"/>
              <a:t>Normalized</a:t>
            </a:r>
            <a:r>
              <a:rPr lang="da-DK" dirty="0"/>
              <a:t> LMS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54BA572-E506-F7FA-BC20-E0C6187E8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NLMS is equivalent to LMS with a </a:t>
            </a:r>
            <a:r>
              <a:rPr lang="en-US" i="1" dirty="0"/>
              <a:t>time-varying step-size parameter</a:t>
            </a:r>
          </a:p>
          <a:p>
            <a:pPr algn="just"/>
            <a:endParaRPr lang="en-US" i="1" dirty="0"/>
          </a:p>
          <a:p>
            <a:pPr algn="just"/>
            <a:endParaRPr lang="en-US" i="1" dirty="0"/>
          </a:p>
          <a:p>
            <a:pPr algn="just"/>
            <a:r>
              <a:rPr lang="en-US" dirty="0"/>
              <a:t>NLMS has a rate of convergence potentially faster than that of LMS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To avoid numerical instability in NLMS, we introduce                as in</a:t>
            </a:r>
            <a:endParaRPr lang="da-DK" dirty="0"/>
          </a:p>
        </p:txBody>
      </p:sp>
      <p:pic>
        <p:nvPicPr>
          <p:cNvPr id="5" name="Billede 4" descr="\documentclass{article}&#10;\usepackage{amsmath,amssymb}&#10;\pagestyle{empty}&#10;\begin{document}&#10;&#10;$\delta\gtrsim 0$&#10;&#10;&#10;\end{document}" title="IguanaTex Picture Display">
            <a:extLst>
              <a:ext uri="{FF2B5EF4-FFF2-40B4-BE49-F238E27FC236}">
                <a16:creationId xmlns:a16="http://schemas.microsoft.com/office/drawing/2014/main" id="{9D0F3258-37D0-164B-A52D-CDC049AC88D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3621" y="4850065"/>
            <a:ext cx="795733" cy="341333"/>
          </a:xfrm>
          <a:prstGeom prst="rect">
            <a:avLst/>
          </a:prstGeom>
        </p:spPr>
      </p:pic>
      <p:pic>
        <p:nvPicPr>
          <p:cNvPr id="7" name="Billede 6" descr="\documentclass{article}&#10;\usepackage{amsmath}&#10;\pagestyle{empty}&#10;\begin{document}&#10;&#10;$\hat{\mathbf{w}}(n+1)=\hat{\mathbf{w}}(n)+\frac{\tilde{\mu}}{\delta+\|\mathbf{u}(n)\|^2}\mathbf{u}(n)e^*(n)$&#10;&#10;&#10;\end{document}" title="IguanaTex Picture Display">
            <a:extLst>
              <a:ext uri="{FF2B5EF4-FFF2-40B4-BE49-F238E27FC236}">
                <a16:creationId xmlns:a16="http://schemas.microsoft.com/office/drawing/2014/main" id="{D7960A6E-E08C-7E05-C6C3-0E0A81FB84C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800" y="5343358"/>
            <a:ext cx="6022400" cy="50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020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6AC134-07D7-6B35-3A70-10CFE728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Normalized</a:t>
            </a:r>
            <a:r>
              <a:rPr lang="da-DK" dirty="0"/>
              <a:t> LMS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2452BCC-96A9-C9C4-EE35-432C1D348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Defining</a:t>
            </a:r>
            <a:r>
              <a:rPr lang="da-DK" dirty="0"/>
              <a:t> </a:t>
            </a:r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quantities</a:t>
            </a:r>
            <a:r>
              <a:rPr lang="da-DK" dirty="0"/>
              <a:t>...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 err="1"/>
              <a:t>Convergence</a:t>
            </a:r>
            <a:r>
              <a:rPr lang="da-DK" dirty="0"/>
              <a:t>/</a:t>
            </a:r>
            <a:r>
              <a:rPr lang="da-DK" dirty="0" err="1"/>
              <a:t>stability</a:t>
            </a:r>
            <a:r>
              <a:rPr lang="da-DK" dirty="0"/>
              <a:t> of NLMS is </a:t>
            </a:r>
            <a:r>
              <a:rPr lang="da-DK" dirty="0" err="1"/>
              <a:t>guaranteed</a:t>
            </a:r>
            <a:r>
              <a:rPr lang="da-DK" dirty="0"/>
              <a:t> </a:t>
            </a:r>
            <a:r>
              <a:rPr lang="da-DK" dirty="0" err="1"/>
              <a:t>if</a:t>
            </a:r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And, for real-</a:t>
            </a:r>
            <a:r>
              <a:rPr lang="da-DK" dirty="0" err="1"/>
              <a:t>valued</a:t>
            </a:r>
            <a:r>
              <a:rPr lang="da-DK" dirty="0"/>
              <a:t> data...</a:t>
            </a:r>
          </a:p>
        </p:txBody>
      </p:sp>
      <p:pic>
        <p:nvPicPr>
          <p:cNvPr id="5" name="Billede 4" descr="\documentclass{article}&#10;\usepackage{amsmath}&#10;\pagestyle{empty}&#10;\begin{document}&#10;&#10;$d(n)=\mathbf{w}^H\mathbf{u}(n)+v(n)$&#10;&#10;&#10;\end{document}" title="IguanaTex Picture Display">
            <a:extLst>
              <a:ext uri="{FF2B5EF4-FFF2-40B4-BE49-F238E27FC236}">
                <a16:creationId xmlns:a16="http://schemas.microsoft.com/office/drawing/2014/main" id="{02DB212F-0E7E-23F3-9141-7F1527C1C5E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631" y="2371559"/>
            <a:ext cx="3485867" cy="386133"/>
          </a:xfrm>
          <a:prstGeom prst="rect">
            <a:avLst/>
          </a:prstGeom>
        </p:spPr>
      </p:pic>
      <p:pic>
        <p:nvPicPr>
          <p:cNvPr id="9" name="Billede 8" descr="\documentclass{article}&#10;\usepackage{amsmath}&#10;\pagestyle{empty}&#10;\begin{document}&#10;&#10;$\xi_u(n)=(\mathbf{w}-\hat{\mathbf{w}}(n))^H\mathbf{u}$&#10;&#10;&#10;\end{document}" title="IguanaTex Picture Display">
            <a:extLst>
              <a:ext uri="{FF2B5EF4-FFF2-40B4-BE49-F238E27FC236}">
                <a16:creationId xmlns:a16="http://schemas.microsoft.com/office/drawing/2014/main" id="{F6DBA88C-078E-041B-657F-56906CD7CD8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631" y="2870151"/>
            <a:ext cx="3594034" cy="387809"/>
          </a:xfrm>
          <a:prstGeom prst="rect">
            <a:avLst/>
          </a:prstGeom>
        </p:spPr>
      </p:pic>
      <p:sp>
        <p:nvSpPr>
          <p:cNvPr id="10" name="Tekstfelt 9">
            <a:extLst>
              <a:ext uri="{FF2B5EF4-FFF2-40B4-BE49-F238E27FC236}">
                <a16:creationId xmlns:a16="http://schemas.microsoft.com/office/drawing/2014/main" id="{C7D9A98B-9A97-1304-B8DB-103949F0C4D6}"/>
              </a:ext>
            </a:extLst>
          </p:cNvPr>
          <p:cNvSpPr txBox="1"/>
          <p:nvPr/>
        </p:nvSpPr>
        <p:spPr>
          <a:xfrm>
            <a:off x="5342021" y="2881646"/>
            <a:ext cx="4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i="1" dirty="0" err="1">
                <a:solidFill>
                  <a:srgbClr val="FF0000"/>
                </a:solidFill>
              </a:rPr>
              <a:t>Undisturbed</a:t>
            </a:r>
            <a:r>
              <a:rPr lang="da-DK" i="1" dirty="0">
                <a:solidFill>
                  <a:srgbClr val="FF0000"/>
                </a:solidFill>
              </a:rPr>
              <a:t> </a:t>
            </a:r>
            <a:r>
              <a:rPr lang="da-DK" i="1" dirty="0" err="1">
                <a:solidFill>
                  <a:srgbClr val="FF0000"/>
                </a:solidFill>
              </a:rPr>
              <a:t>error</a:t>
            </a:r>
            <a:r>
              <a:rPr lang="da-DK" i="1" dirty="0">
                <a:solidFill>
                  <a:srgbClr val="FF0000"/>
                </a:solidFill>
              </a:rPr>
              <a:t> signal</a:t>
            </a:r>
          </a:p>
        </p:txBody>
      </p:sp>
      <p:pic>
        <p:nvPicPr>
          <p:cNvPr id="14" name="Billede 13" descr="\documentclass{article}&#10;\usepackage{amsmath}&#10;\pagestyle{empty}&#10;\begin{document}&#10;&#10;$0&lt;\tilde{\mu}&lt;2\displaystyle\frac{\mathrm{Re}(E[\xi_u(n)e^*(n)/\|\mathbf{u}(n)\|^2])}{E[|e(n)|^2/\|\mathbf{u}(n)\|^2]}$&#10;&#10;&#10;\end{document}" title="IguanaTex Picture Display">
            <a:extLst>
              <a:ext uri="{FF2B5EF4-FFF2-40B4-BE49-F238E27FC236}">
                <a16:creationId xmlns:a16="http://schemas.microsoft.com/office/drawing/2014/main" id="{E807A56F-DFF9-5638-CB46-D85A80A0770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817" y="4001294"/>
            <a:ext cx="5764366" cy="868148"/>
          </a:xfrm>
          <a:prstGeom prst="rect">
            <a:avLst/>
          </a:prstGeom>
        </p:spPr>
      </p:pic>
      <p:pic>
        <p:nvPicPr>
          <p:cNvPr id="16" name="Billede 15" descr="\documentclass{article}&#10;\usepackage{amsmath}&#10;\pagestyle{empty}&#10;\begin{document}&#10;&#10;$\mathcal{D}(n)=E[\|\boldsymbol{\epsilon}(n)\|^2]=E[\|\mathbf{w}-\hat{\mathbf{w}}(n)\|^2]$&#10;&#10;&#10;\end{document}" title="IguanaTex Picture Display">
            <a:extLst>
              <a:ext uri="{FF2B5EF4-FFF2-40B4-BE49-F238E27FC236}">
                <a16:creationId xmlns:a16="http://schemas.microsoft.com/office/drawing/2014/main" id="{CEB9E939-99A2-2FE1-4168-BE65E9996E7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631" y="5413315"/>
            <a:ext cx="5830400" cy="381867"/>
          </a:xfrm>
          <a:prstGeom prst="rect">
            <a:avLst/>
          </a:prstGeom>
        </p:spPr>
      </p:pic>
      <p:pic>
        <p:nvPicPr>
          <p:cNvPr id="20" name="Billede 19" descr="\documentclass{article}&#10;\usepackage{amsmath}&#10;\pagestyle{empty}&#10;\begin{document}&#10;&#10;$0&lt;\tilde{\mu}&lt;2\displaystyle\frac{E[u^2(n)]\mathcal{D}(n)}{E[e^2(n)]}$&#10;&#10;&#10;\end{document}" title="IguanaTex Picture Display">
            <a:extLst>
              <a:ext uri="{FF2B5EF4-FFF2-40B4-BE49-F238E27FC236}">
                <a16:creationId xmlns:a16="http://schemas.microsoft.com/office/drawing/2014/main" id="{B8E1B755-9FBD-EE0A-BF5E-6954A05DF4C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833" y="5917597"/>
            <a:ext cx="3644333" cy="86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728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F3850B-DE40-31FB-F84D-FA5D4622C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the NLMS algorithm</a:t>
            </a:r>
            <a:endParaRPr lang="da-DK" dirty="0"/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CB284DDD-F79C-1641-76C2-B2950722FF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757" y="1413820"/>
            <a:ext cx="7910684" cy="5296946"/>
          </a:xfrm>
        </p:spPr>
      </p:pic>
    </p:spTree>
    <p:extLst>
      <p:ext uri="{BB962C8B-B14F-4D97-AF65-F5344CB8AC3E}">
        <p14:creationId xmlns:p14="http://schemas.microsoft.com/office/powerpoint/2010/main" val="487377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121EC943-917B-A88A-3450-1C7F62EA6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Bibliography</a:t>
            </a:r>
            <a:endParaRPr lang="da-DK" dirty="0"/>
          </a:p>
        </p:txBody>
      </p:sp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4B5F0D6D-CE4D-3DCB-B5FA-E90D251B66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Simon </a:t>
            </a:r>
            <a:r>
              <a:rPr lang="en-US" dirty="0" err="1"/>
              <a:t>Haykin</a:t>
            </a:r>
            <a:r>
              <a:rPr lang="en-US" dirty="0"/>
              <a:t>, “Adaptive Filter Theory (5th Edition)”. Pearson, 2014 </a:t>
            </a:r>
          </a:p>
          <a:p>
            <a:r>
              <a:rPr lang="en-US" dirty="0"/>
              <a:t>Steepest Descent: 4.1, 4.2 and 4.3 </a:t>
            </a:r>
          </a:p>
          <a:p>
            <a:r>
              <a:rPr lang="en-US" dirty="0"/>
              <a:t>Stochastic Gradient Descent: 5.1 </a:t>
            </a:r>
          </a:p>
          <a:p>
            <a:r>
              <a:rPr lang="en-US" dirty="0"/>
              <a:t>Least-Mean-Square Adaptive Filters: 5.2, 6.1, 6.2, 6.4 and 6.5 </a:t>
            </a:r>
          </a:p>
          <a:p>
            <a:r>
              <a:rPr lang="en-US" dirty="0"/>
              <a:t>Normalized LMS: 7.1, 7.2 and 7.3</a:t>
            </a:r>
            <a:endParaRPr lang="da-DK" dirty="0"/>
          </a:p>
        </p:txBody>
      </p:sp>
      <p:pic>
        <p:nvPicPr>
          <p:cNvPr id="11" name="Pladsholder til indhold 10">
            <a:extLst>
              <a:ext uri="{FF2B5EF4-FFF2-40B4-BE49-F238E27FC236}">
                <a16:creationId xmlns:a16="http://schemas.microsoft.com/office/drawing/2014/main" id="{E2391734-CB97-E381-D924-3A21368A86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84377" y="1825625"/>
            <a:ext cx="3357245" cy="4351338"/>
          </a:xfrm>
        </p:spPr>
      </p:pic>
    </p:spTree>
    <p:extLst>
      <p:ext uri="{BB962C8B-B14F-4D97-AF65-F5344CB8AC3E}">
        <p14:creationId xmlns:p14="http://schemas.microsoft.com/office/powerpoint/2010/main" val="820287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DA3E852-A52B-6871-57F4-01BB2C87B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Assignment</a:t>
            </a:r>
            <a:r>
              <a:rPr lang="da-DK" dirty="0"/>
              <a:t>: Echo </a:t>
            </a:r>
            <a:r>
              <a:rPr lang="da-DK" dirty="0" err="1"/>
              <a:t>Cancellation</a:t>
            </a:r>
            <a:endParaRPr lang="da-DK" dirty="0"/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47A3F67E-BF07-F3B2-56D4-FD72583AD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254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We observe a primary signal </a:t>
            </a:r>
            <a:r>
              <a:rPr lang="en-US" i="1" dirty="0"/>
              <a:t>d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(‘</a:t>
            </a:r>
            <a:r>
              <a:rPr lang="en-US" dirty="0" err="1"/>
              <a:t>signal.asc</a:t>
            </a:r>
            <a:r>
              <a:rPr lang="en-US" dirty="0"/>
              <a:t>’) that consists of a local signal (‘</a:t>
            </a:r>
            <a:r>
              <a:rPr lang="en-US" dirty="0" err="1"/>
              <a:t>local.asc</a:t>
            </a:r>
            <a:r>
              <a:rPr lang="en-US" dirty="0"/>
              <a:t>’, theoretically unknown) mixed with an interference. This interference consists of an echo, which is a hybrid-circuit-filtered version of a remote signal </a:t>
            </a:r>
            <a:r>
              <a:rPr lang="en-US" i="1" dirty="0"/>
              <a:t>u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(‘</a:t>
            </a:r>
            <a:r>
              <a:rPr lang="en-US" dirty="0" err="1"/>
              <a:t>remota.asc</a:t>
            </a:r>
            <a:r>
              <a:rPr lang="en-US" dirty="0"/>
              <a:t>’). The sampling rate of these signals is 8 kHz. We want to design a </a:t>
            </a:r>
            <a:r>
              <a:rPr lang="en-US" b="1" dirty="0"/>
              <a:t>normalized LMS filter </a:t>
            </a:r>
            <a:r>
              <a:rPr lang="en-US" dirty="0"/>
              <a:t>canceling such an echo. </a:t>
            </a:r>
          </a:p>
          <a:p>
            <a:r>
              <a:rPr lang="en-US" dirty="0"/>
              <a:t>1. Draw the block diagram of the system </a:t>
            </a:r>
          </a:p>
          <a:p>
            <a:r>
              <a:rPr lang="en-US" dirty="0"/>
              <a:t>2. What is the a priori signal-to-noise ratio (SNR) of the observed primary signal </a:t>
            </a:r>
            <a:r>
              <a:rPr lang="en-US" i="1" dirty="0"/>
              <a:t>d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)? If </a:t>
            </a:r>
            <a:r>
              <a:rPr lang="en-US" i="1" dirty="0"/>
              <a:t>y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=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+ </a:t>
            </a:r>
            <a:r>
              <a:rPr lang="en-US" i="1" dirty="0"/>
              <a:t>v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is a noisy signal, where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and </a:t>
            </a:r>
            <a:r>
              <a:rPr lang="en-US" i="1" dirty="0"/>
              <a:t>v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are the target and noise signals, respectively, recall that the sample SNR is computed as</a:t>
            </a:r>
            <a:endParaRPr lang="da-DK" dirty="0"/>
          </a:p>
        </p:txBody>
      </p:sp>
      <p:pic>
        <p:nvPicPr>
          <p:cNvPr id="8" name="Billede 7" descr="\documentclass{article}&#10;\usepackage{amsmath}&#10;\pagestyle{empty}&#10;\begin{document}&#10;&#10;$\mathrm{SNR}=10\log_{10}\left(\frac{\sum_{n=0}^{N-1}x^2(n)}{\sum_{n=0}^{N-1}v^2(n)}\right)$&#10;&#10;&#10;\end{document}" title="IguanaTex Picture Display">
            <a:extLst>
              <a:ext uri="{FF2B5EF4-FFF2-40B4-BE49-F238E27FC236}">
                <a16:creationId xmlns:a16="http://schemas.microsoft.com/office/drawing/2014/main" id="{6E370D31-6D0D-E442-C419-76FC9E6B1E8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781" y="5751095"/>
            <a:ext cx="4114438" cy="6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542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90F1A3-5897-4827-54C4-E57959236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Assignment</a:t>
            </a:r>
            <a:r>
              <a:rPr lang="da-DK" dirty="0"/>
              <a:t>: Echo </a:t>
            </a:r>
            <a:r>
              <a:rPr lang="da-DK" dirty="0" err="1"/>
              <a:t>Cancellation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4AAB205-1BDC-FA20-EE5B-E40FC5626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864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3. Implement an echo canceler using NLMS, where                     . Search for the step-size parameter      and filter order         maximizing the SNR of the signal after echo cancellation. The search ranges are       ∈{0.0001, 0.0002, 0.0004, ..., 0.0512} and </a:t>
            </a:r>
            <a:r>
              <a:rPr lang="en-US" i="1" dirty="0"/>
              <a:t>M</a:t>
            </a:r>
            <a:r>
              <a:rPr lang="en-US" dirty="0"/>
              <a:t> ∈ {1, 2, 3, ..., 10}. What are the SNR,       and       values? </a:t>
            </a:r>
          </a:p>
          <a:p>
            <a:r>
              <a:rPr lang="en-US" dirty="0"/>
              <a:t>4. Plot the time evolution of the filter weights for the best SNR configuration. Also, plot both </a:t>
            </a:r>
            <a:r>
              <a:rPr lang="en-US" i="1" dirty="0"/>
              <a:t>d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and the signal after echo cancellation. Very briefly, comment the results </a:t>
            </a:r>
          </a:p>
          <a:p>
            <a:r>
              <a:rPr lang="en-US" dirty="0"/>
              <a:t>5. Repeat </a:t>
            </a:r>
            <a:r>
              <a:rPr lang="en-US" i="1" dirty="0"/>
              <a:t>3)</a:t>
            </a:r>
            <a:r>
              <a:rPr lang="en-US" dirty="0"/>
              <a:t> and </a:t>
            </a:r>
            <a:r>
              <a:rPr lang="en-US" i="1" dirty="0"/>
              <a:t>4)</a:t>
            </a:r>
            <a:r>
              <a:rPr lang="en-US" dirty="0"/>
              <a:t> by assuming that a </a:t>
            </a:r>
            <a:r>
              <a:rPr lang="en-US" i="1" dirty="0"/>
              <a:t>double talk detector </a:t>
            </a:r>
            <a:r>
              <a:rPr lang="en-US" dirty="0"/>
              <a:t>(DTD) spots local speech from sample 2,200, in such a manner that the filter adapts up to that sample only. Compare the results with those obtained in </a:t>
            </a:r>
            <a:r>
              <a:rPr lang="en-US" i="1" dirty="0"/>
              <a:t>3)</a:t>
            </a:r>
            <a:r>
              <a:rPr lang="en-US" dirty="0"/>
              <a:t> and </a:t>
            </a:r>
            <a:r>
              <a:rPr lang="en-US" i="1" dirty="0"/>
              <a:t>4)</a:t>
            </a:r>
            <a:r>
              <a:rPr lang="en-US" dirty="0"/>
              <a:t>. What kind of filter is obtained upon sample 2,200?</a:t>
            </a:r>
            <a:endParaRPr lang="da-DK" dirty="0"/>
          </a:p>
        </p:txBody>
      </p:sp>
      <p:pic>
        <p:nvPicPr>
          <p:cNvPr id="18" name="Billede 17" descr="\documentclass{article}&#10;\usepackage{amsmath}&#10;\pagestyle{empty}&#10;\begin{document}&#10;&#10;$\hat{\mathbf{w}}(0)=\mathbf{0}$&#10;&#10;&#10;\end{document}" title="IguanaTex Picture Display">
            <a:extLst>
              <a:ext uri="{FF2B5EF4-FFF2-40B4-BE49-F238E27FC236}">
                <a16:creationId xmlns:a16="http://schemas.microsoft.com/office/drawing/2014/main" id="{FAA68508-F1C8-18CB-1D9D-6FDBF4113CA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233" y="1856621"/>
            <a:ext cx="1403733" cy="356267"/>
          </a:xfrm>
          <a:prstGeom prst="rect">
            <a:avLst/>
          </a:prstGeom>
        </p:spPr>
      </p:pic>
      <p:pic>
        <p:nvPicPr>
          <p:cNvPr id="20" name="Billede 19" descr="\documentclass{article}&#10;\usepackage{amsmath}&#10;\pagestyle{empty}&#10;\begin{document}&#10;&#10;$\hat{\tilde{\mu}}$&#10;&#10;&#10;\end{document}" title="IguanaTex Picture Display">
            <a:extLst>
              <a:ext uri="{FF2B5EF4-FFF2-40B4-BE49-F238E27FC236}">
                <a16:creationId xmlns:a16="http://schemas.microsoft.com/office/drawing/2014/main" id="{15F4C25A-714C-2546-322F-69DD75441C1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064" y="2197390"/>
            <a:ext cx="194133" cy="407467"/>
          </a:xfrm>
          <a:prstGeom prst="rect">
            <a:avLst/>
          </a:prstGeom>
        </p:spPr>
      </p:pic>
      <p:pic>
        <p:nvPicPr>
          <p:cNvPr id="22" name="Billede 21" descr="\documentclass{article}&#10;\usepackage{amsmath}&#10;\pagestyle{empty}&#10;\begin{document}&#10;&#10;$\hat{M}$&#10;&#10;&#10;\end{document}" title="IguanaTex Picture Display">
            <a:extLst>
              <a:ext uri="{FF2B5EF4-FFF2-40B4-BE49-F238E27FC236}">
                <a16:creationId xmlns:a16="http://schemas.microsoft.com/office/drawing/2014/main" id="{716E7928-6F06-4A85-4692-E777FDCD798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773" y="2180358"/>
            <a:ext cx="358400" cy="334933"/>
          </a:xfrm>
          <a:prstGeom prst="rect">
            <a:avLst/>
          </a:prstGeom>
        </p:spPr>
      </p:pic>
      <p:pic>
        <p:nvPicPr>
          <p:cNvPr id="24" name="Billede 23" descr="\documentclass{article}&#10;\usepackage{amsmath}&#10;\pagestyle{empty}&#10;\begin{document}&#10;&#10;$\tilde{\mu}$&#10;&#10;&#10;\end{document}" title="IguanaTex Picture Display">
            <a:extLst>
              <a:ext uri="{FF2B5EF4-FFF2-40B4-BE49-F238E27FC236}">
                <a16:creationId xmlns:a16="http://schemas.microsoft.com/office/drawing/2014/main" id="{EA8AFCAE-7FFB-9D55-01D1-E967C312414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339" y="2896461"/>
            <a:ext cx="194133" cy="313600"/>
          </a:xfrm>
          <a:prstGeom prst="rect">
            <a:avLst/>
          </a:prstGeom>
        </p:spPr>
      </p:pic>
      <p:pic>
        <p:nvPicPr>
          <p:cNvPr id="26" name="Billede 25" descr="\documentclass{article}&#10;\usepackage{amsmath}&#10;\pagestyle{empty}&#10;\begin{document}&#10;&#10;$\hat{\tilde{\mu}}$&#10;&#10;&#10;\end{document}" title="IguanaTex Picture Display">
            <a:extLst>
              <a:ext uri="{FF2B5EF4-FFF2-40B4-BE49-F238E27FC236}">
                <a16:creationId xmlns:a16="http://schemas.microsoft.com/office/drawing/2014/main" id="{533E4D8B-0103-F53B-76F1-9A3F03F9855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197" y="3210061"/>
            <a:ext cx="194133" cy="407467"/>
          </a:xfrm>
          <a:prstGeom prst="rect">
            <a:avLst/>
          </a:prstGeom>
        </p:spPr>
      </p:pic>
      <p:pic>
        <p:nvPicPr>
          <p:cNvPr id="28" name="Billede 27" descr="\documentclass{article}&#10;\usepackage{amsmath}&#10;\pagestyle{empty}&#10;\begin{document}&#10;&#10;$\hat{M}$&#10;&#10;&#10;\end{document}" title="IguanaTex Picture Display">
            <a:extLst>
              <a:ext uri="{FF2B5EF4-FFF2-40B4-BE49-F238E27FC236}">
                <a16:creationId xmlns:a16="http://schemas.microsoft.com/office/drawing/2014/main" id="{5C20ED0F-2F7C-434F-17B4-1FE1FB5BE0A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300" y="3207752"/>
            <a:ext cx="358400" cy="33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1584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,7346"/>
  <p:tag name="ORIGINALWIDTH" val="1010,124"/>
  <p:tag name="OUTPUTTYPE" val="PNG"/>
  <p:tag name="IGUANATEXVERSION" val="161"/>
  <p:tag name="LATEXADDIN" val="\documentclass{article}&#10;\usepackage{amsmath}&#10;\pagestyle{empty}&#10;\begin{document}&#10;&#10;&#10;$\mathbf{R}(n)\mathbf{w}_o (n) = \mathbf{p}(n)$&#10;&#10;\end{document}"/>
  <p:tag name="IGUANATEXSIZE" val="28"/>
  <p:tag name="IGUANATEXCURSOR" val="14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2,6846"/>
  <p:tag name="ORIGINALWIDTH" val="3205,849"/>
  <p:tag name="OUTPUTTYPE" val="PNG"/>
  <p:tag name="IGUANATEXVERSION" val="161"/>
  <p:tag name="LATEXADDIN" val="\documentclass{article}&#10;\usepackage{amsmath}&#10;\pagestyle{empty}&#10;\begin{document}&#10;&#10;$\mathbf{R}(n) =\begin{bmatrix}&#10;r(n, n)&amp;\cdots&amp;r(n, n - M + 1)\\&#10;\vdots&amp;\ddots&amp;\vdots\\&#10;r(n - M + 1, n)&amp;\cdots&amp;r(n - M + 1, n - M + 1)\end{bmatrix}$&#10;&#10;&#10;\end{document}"/>
  <p:tag name="IGUANATEXSIZE" val="28"/>
  <p:tag name="IGUANATEXCURSOR" val="22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7,7278"/>
  <p:tag name="ORIGINALWIDTH" val="2229,471"/>
  <p:tag name="OUTPUTTYPE" val="PNG"/>
  <p:tag name="IGUANATEXVERSION" val="161"/>
  <p:tag name="LATEXADDIN" val="\documentclass{article}&#10;\usepackage{amsmath}&#10;\pagestyle{empty}&#10;\begin{document}&#10;&#10;&#10;$\mathbf{p}(n) = \begin{bmatrix}p(n, n) &amp;\cdots&amp; p(n - M + 1, n)\end{bmatrix}^T$&#10;&#10;\end{document}"/>
  <p:tag name="IGUANATEXSIZE" val="28"/>
  <p:tag name="IGUANATEXCURSOR" val="15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1,2261"/>
  <p:tag name="ORIGINALWIDTH" val="1675,291"/>
  <p:tag name="OUTPUTTYPE" val="PNG"/>
  <p:tag name="IGUANATEXVERSION" val="161"/>
  <p:tag name="LATEXADDIN" val="\documentclass{article}&#10;\usepackage{amsmath}&#10;\pagestyle{empty}&#10;\begin{document}&#10;&#10;$\mathbf{w}(n + 1) = \mathbf{w}(n) -\frac{1}{2}\mu\frac{\partial J(\mathbf{w}(n))}{\partial\mathbf{w}(n)}&#10;$&#10;&#10;&#10;\end{document}"/>
  <p:tag name="IGUANATEXSIZE" val="28"/>
  <p:tag name="IGUANATEXCURSOR" val="18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4,9681"/>
  <p:tag name="ORIGINALWIDTH" val="2242,97"/>
  <p:tag name="OUTPUTTYPE" val="PNG"/>
  <p:tag name="IGUANATEXVERSION" val="161"/>
  <p:tag name="LATEXADDIN" val="\documentclass{article}&#10;\usepackage{amsmath}&#10;\pagestyle{empty}&#10;\begin{document}&#10;&#10;$J(\mathbf{w}(n + 1)) \approx J(\mathbf{w}(n))-\frac{1}{2}\mu\left\|\frac{\partial J(\mathbf{w}(n))}{\partial \mathbf{w}(n)}\right\|^2$&#10;&#10;&#10;\end{document}"/>
  <p:tag name="IGUANATEXSIZE" val="28"/>
  <p:tag name="IGUANATEXCURSOR" val="23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,4863"/>
  <p:tag name="ORIGINALWIDTH" val="296,213"/>
  <p:tag name="OUTPUTTYPE" val="PNG"/>
  <p:tag name="IGUANATEXVERSION" val="161"/>
  <p:tag name="LATEXADDIN" val="\documentclass{article}&#10;\usepackage{amsmath}&#10;\pagestyle{empty}&#10;\begin{document}&#10;&#10;&#10;$\mu&gt;0$&#10;&#10;\end{document}"/>
  <p:tag name="IGUANATEXSIZE" val="28"/>
  <p:tag name="IGUANATEXCURSOR" val="8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,7346"/>
  <p:tag name="ORIGINALWIDTH" val="1565,804"/>
  <p:tag name="OUTPUTTYPE" val="PNG"/>
  <p:tag name="IGUANATEXVERSION" val="161"/>
  <p:tag name="LATEXADDIN" val="\documentclass{article}&#10;\usepackage{amsmath}&#10;\pagestyle{empty}&#10;\begin{document}&#10;&#10;$w_i \rightarrow w_i(n), i = 0, \ldots, M - 1$&#10;&#10;&#10;\end{document}"/>
  <p:tag name="IGUANATEXSIZE" val="28"/>
  <p:tag name="IGUANATEXCURSOR" val="12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1,2298"/>
  <p:tag name="ORIGINALWIDTH" val="3093,363"/>
  <p:tag name="OUTPUTTYPE" val="PNG"/>
  <p:tag name="IGUANATEXVERSION" val="161"/>
  <p:tag name="LATEXADDIN" val="\documentclass{article}&#10;\usepackage{amsmath}&#10;\pagestyle{empty}&#10;\begin{document}&#10;&#10;$e(n) = d(n) - \sum^{M-1}_{i=0}w_i^*(n)u(n-i) = d(n) - \mathbf{w}^H(n)\mathbf{u}(n)$&#10;&#10;&#10;&#10;\end{document}"/>
  <p:tag name="IGUANATEXSIZE" val="28"/>
  <p:tag name="IGUANATEXCURSOR" val="16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,9824"/>
  <p:tag name="ORIGINALWIDTH" val="3696,288"/>
  <p:tag name="OUTPUTTYPE" val="PNG"/>
  <p:tag name="IGUANATEXVERSION" val="161"/>
  <p:tag name="LATEXADDIN" val="\documentclass{article}&#10;\usepackage{amsmath}&#10;\pagestyle{empty}&#10;\begin{document}&#10;&#10;$J (\mathbf{w}(n)) = E[e(n)e^*(n)] = \sigma^2_d - \mathbf{w}^H(n)\mathbf{p} - \mathbf{p}^H\mathbf{w}(n)+\mathbf{w}^H(n)\mathbf{Rw}(n)$&#10;&#10;&#10;\end{document}"/>
  <p:tag name="IGUANATEXSIZE" val="28"/>
  <p:tag name="IGUANATEXCURSOR" val="15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1,2261"/>
  <p:tag name="ORIGINALWIDTH" val="2161,98"/>
  <p:tag name="OUTPUTTYPE" val="PNG"/>
  <p:tag name="IGUANATEXVERSION" val="161"/>
  <p:tag name="LATEXADDIN" val="\documentclass{article}&#10;\usepackage{amsmath}&#10;\pagestyle{empty}&#10;\begin{document}&#10;&#10;&#10;$\nabla J(\mathbf{w}(n)) = \frac{\partial J(\mathbf{w}(n))}{\partial\mathbf{w}(n)}= -2\mathbf{p} + 2\mathbf{Rw}(n)$&#10;&#10;\end{document}"/>
  <p:tag name="IGUANATEXSIZE" val="28"/>
  <p:tag name="IGUANATEXCURSOR" val="19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1,2261"/>
  <p:tag name="ORIGINALWIDTH" val="3060,367"/>
  <p:tag name="OUTPUTTYPE" val="PNG"/>
  <p:tag name="IGUANATEXVERSION" val="161"/>
  <p:tag name="LATEXADDIN" val="\documentclass{article}&#10;\usepackage{amsmath}&#10;\pagestyle{empty}&#10;\begin{document}&#10;&#10;$\mathbf{w}(n + 1) = \mathbf{w}(n)-\frac{1}{2}\mu\frac{\partial J(\mathbf{w}(n))}{\partial\mathbf{w}(n)}= \mathbf{w}(n) + \mu (\mathbf{p}- \mathbf{Rw}(n))$&#10;&#10;&#10;\end{document}"/>
  <p:tag name="IGUANATEXSIZE" val="28"/>
  <p:tag name="IGUANATEXCURSOR" val="23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4,2294"/>
  <p:tag name="ORIGINALWIDTH" val="700,4124"/>
  <p:tag name="OUTPUTTYPE" val="PNG"/>
  <p:tag name="IGUANATEXVERSION" val="161"/>
  <p:tag name="LATEXADDIN" val="\documentclass{article}&#10;\usepackage{amsmath}&#10;\pagestyle{empty}&#10;\begin{document}&#10;&#10;$0 &lt; \mu &lt; \frac{2}{\lambda_\mathrm{max}}$&#10;&#10;&#10;\end{document}"/>
  <p:tag name="IGUANATEXSIZE" val="28"/>
  <p:tag name="IGUANATEXCURSOR" val="14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,2332"/>
  <p:tag name="ORIGINALWIDTH" val="746,9066"/>
  <p:tag name="OUTPUTTYPE" val="PNG"/>
  <p:tag name="IGUANATEXVERSION" val="161"/>
  <p:tag name="LATEXADDIN" val="\documentclass{article}&#10;\usepackage{amsmath}&#10;\pagestyle{empty}&#10;\begin{document}&#10;&#10;&#10;$J = E [|e(n)|^2]$&#10;&#10;\end{document}"/>
  <p:tag name="IGUANATEXSIZE" val="28"/>
  <p:tag name="IGUANATEXCURSOR" val="9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,2332"/>
  <p:tag name="ORIGINALWIDTH" val="1477,315"/>
  <p:tag name="OUTPUTTYPE" val="PNG"/>
  <p:tag name="IGUANATEXVERSION" val="161"/>
  <p:tag name="LATEXADDIN" val="\documentclass{article}&#10;\usepackage{amsmath}&#10;\pagestyle{empty}&#10;\begin{document}&#10;&#10;&#10;$J_s(n) = e(n)e^*(n) = |e(n)|^2$&#10;&#10;\end{document}"/>
  <p:tag name="IGUANATEXSIZE" val="28"/>
  <p:tag name="IGUANATEXCURSOR" val="11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9,475"/>
  <p:tag name="ORIGINALWIDTH" val="2060,742"/>
  <p:tag name="OUTPUTTYPE" val="PNG"/>
  <p:tag name="IGUANATEXVERSION" val="161"/>
  <p:tag name="LATEXADDIN" val="\documentclass{article}&#10;\usepackage{amsmath}&#10;\pagestyle{empty}&#10;\begin{document}&#10;&#10;&#10;$\nabla J_{s,k}(n) = \frac{\partial J_s(n)}{\partial w_k^*(n)} = -2u(n-k)e^*(n)$&#10;&#10;\end{document}"/>
  <p:tag name="IGUANATEXSIZE" val="28"/>
  <p:tag name="IGUANATEXCURSOR" val="15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,9813"/>
  <p:tag name="ORIGINALWIDTH" val="1798,275"/>
  <p:tag name="OUTPUTTYPE" val="PNG"/>
  <p:tag name="IGUANATEXVERSION" val="161"/>
  <p:tag name="LATEXADDIN" val="\documentclass{article}&#10;\usepackage{amsmath}&#10;\pagestyle{empty}&#10;\begin{document}&#10;&#10;&#10;$\hat{w}_k(n+1) =\hat{w}_k(n)- \frac{1}{2}\mu\nabla J_{s,k}(n)$&#10;&#10;\end{document}"/>
  <p:tag name="IGUANATEXSIZE" val="28"/>
  <p:tag name="IGUANATEXCURSOR" val="11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987,252"/>
  <p:tag name="OUTPUTTYPE" val="PNG"/>
  <p:tag name="IGUANATEXVERSION" val="161"/>
  <p:tag name="LATEXADDIN" val="\documentclass{article}&#10;\usepackage{amsmath}&#10;\pagestyle{empty}&#10;\begin{document}&#10;&#10;$\hat{w}_k(n+1) = \hat{w}_k(n)+\mu u(n-k)e^*(n)$&#10;&#10;&#10;\end{document}"/>
  <p:tag name="IGUANATEXSIZE" val="28"/>
  <p:tag name="IGUANATEXCURSOR" val="12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7,7278"/>
  <p:tag name="ORIGINALWIDTH" val="2283,465"/>
  <p:tag name="OUTPUTTYPE" val="PNG"/>
  <p:tag name="IGUANATEXVERSION" val="161"/>
  <p:tag name="LATEXADDIN" val="\documentclass{article}&#10;\usepackage{amsmath}&#10;\pagestyle{empty}&#10;\begin{document}&#10;&#10;$\hat{\mathbf{w}}(n)=\begin{bmatrix}\hat{w}_0(n)&amp;\hat{w}_1(n)&amp;\cdots&amp;\hat{w}_{M-1}(n)\end{bmatrix}^T$&#10;&#10;&#10;\end{document}"/>
  <p:tag name="IGUANATEXSIZE" val="28"/>
  <p:tag name="IGUANATEXCURSOR" val="16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7,7278"/>
  <p:tag name="ORIGINALWIDTH" val="2567,679"/>
  <p:tag name="OUTPUTTYPE" val="PNG"/>
  <p:tag name="IGUANATEXVERSION" val="161"/>
  <p:tag name="LATEXADDIN" val="\documentclass{article}&#10;\usepackage{amsmath}&#10;\pagestyle{empty}&#10;\begin{document}&#10;&#10;$\mathbf{u}(n) = \begin{bmatrix}u(n)&amp;u(n -1)&amp;\cdots&amp;u(n-M +1)\end{bmatrix}^T$&#10;&#10;&#10;\end{document}"/>
  <p:tag name="IGUANATEXSIZE" val="28"/>
  <p:tag name="IGUANATEXCURSOR" val="14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684,289"/>
  <p:tag name="OUTPUTTYPE" val="PNG"/>
  <p:tag name="IGUANATEXVERSION" val="161"/>
  <p:tag name="LATEXADDIN" val="\documentclass{article}&#10;\usepackage{amsmath}&#10;\pagestyle{empty}&#10;\begin{document}&#10;&#10;&#10;$\hat{\mathbf{w}}(n +1) =\hat{\mathbf{w}}(n)+\mu \mathbf{u}(n)e^*(n)$&#10;&#10;\end{document}"/>
  <p:tag name="IGUANATEXSIZE" val="28"/>
  <p:tag name="IGUANATEXCURSOR" val="14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,7312"/>
  <p:tag name="ORIGINALWIDTH" val="1003,375"/>
  <p:tag name="OUTPUTTYPE" val="PNG"/>
  <p:tag name="IGUANATEXVERSION" val="161"/>
  <p:tag name="LATEXADDIN" val="\documentclass{article}&#10;\usepackage{amsmath}&#10;\pagestyle{empty}&#10;\begin{document}&#10;&#10;$e(n)=d(n)-\hat{d}(n)$&#10;&#10;&#10;\end{document}"/>
  <p:tag name="IGUANATEXSIZE" val="24"/>
  <p:tag name="IGUANATEXCURSOR" val="10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,7312"/>
  <p:tag name="ORIGINALWIDTH" val="836,8953"/>
  <p:tag name="OUTPUTTYPE" val="PNG"/>
  <p:tag name="IGUANATEXVERSION" val="161"/>
  <p:tag name="LATEXADDIN" val="\documentclass{article}&#10;\usepackage{amsmath}&#10;\pagestyle{empty}&#10;\begin{document}&#10;&#10;$\hat{d}=\hat{\mathbf{w}}^H(n)\mathbf{u}(n)$&#10;&#10;&#10;\end{document}"/>
  <p:tag name="IGUANATEXSIZE" val="24"/>
  <p:tag name="IGUANATEXCURSOR" val="12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,7331"/>
  <p:tag name="ORIGINALWIDTH" val="579,6776"/>
  <p:tag name="OUTPUTTYPE" val="PNG"/>
  <p:tag name="IGUANATEXVERSION" val="161"/>
  <p:tag name="LATEXADDIN" val="\documentclass{article}&#10;\usepackage{amsmath}&#10;\pagestyle{empty}&#10;\begin{document}&#10;&#10;&#10;$\mathbf{u}(n)\mathbf{u}^H(n)$&#10;&#10;\end{document}"/>
  <p:tag name="IGUANATEXSIZE" val="24"/>
  <p:tag name="IGUANATEXCURSOR" val="10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527,934"/>
  <p:tag name="OUTPUTTYPE" val="PNG"/>
  <p:tag name="IGUANATEXVERSION" val="161"/>
  <p:tag name="LATEXADDIN" val="\documentclass{article}&#10;\usepackage{amsmath}&#10;\pagestyle{empty}&#10;\begin{document}&#10;&#10;$\mathbf{u}(n)d^*(n)$&#10;&#10;&#10;\end{document}"/>
  <p:tag name="IGUANATEXSIZE" val="24"/>
  <p:tag name="IGUANATEXCURSOR" val="10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3,4795"/>
  <p:tag name="ORIGINALWIDTH" val="700,4124"/>
  <p:tag name="OUTPUTTYPE" val="PNG"/>
  <p:tag name="IGUANATEXVERSION" val="161"/>
  <p:tag name="LATEXADDIN" val="\documentclass{article}&#10;\usepackage{amsmath}&#10;\pagestyle{empty}&#10;\begin{document}&#10;&#10;$0&lt;\mu&lt;\frac{2}{\lambda_\mathrm{max}}$&#10;&#10;&#10;\end{document}"/>
  <p:tag name="IGUANATEXSIZE" val="28"/>
  <p:tag name="IGUANATEXCURSOR" val="11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0,7274"/>
  <p:tag name="ORIGINALWIDTH" val="1562,805"/>
  <p:tag name="OUTPUTTYPE" val="PNG"/>
  <p:tag name="IGUANATEXVERSION" val="161"/>
  <p:tag name="LATEXADDIN" val="\documentclass{article}&#10;\usepackage{amsmath}&#10;\pagestyle{empty}&#10;\begin{document}&#10;&#10;$\mathcal{M}=\frac{J_\mathrm{ex}(n\rightarrow\infty)}{J_\mathrm{min}}=\frac{\mu}{2}\sum_{k=1}^M\lambda_k$&#10;&#10;&#10;\end{document}"/>
  <p:tag name="IGUANATEXSIZE" val="28"/>
  <p:tag name="IGUANATEXCURSOR" val="18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684,289"/>
  <p:tag name="OUTPUTTYPE" val="PNG"/>
  <p:tag name="IGUANATEXVERSION" val="161"/>
  <p:tag name="LATEXADDIN" val="\documentclass{article}&#10;\usepackage{amsmath}&#10;\pagestyle{empty}&#10;\begin{document}&#10;&#10;$\hat{\mathbf{w}}(n+1)=\hat{\mathbf{w}}(n)+\mu\mathbf{u}(n)e^*(n)$&#10;&#10;&#10;\end{document}"/>
  <p:tag name="IGUANATEXSIZE" val="28"/>
  <p:tag name="IGUANATEXCURSOR" val="14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,2332"/>
  <p:tag name="ORIGINALWIDTH" val="404,9494"/>
  <p:tag name="OUTPUTTYPE" val="PNG"/>
  <p:tag name="IGUANATEXVERSION" val="161"/>
  <p:tag name="LATEXADDIN" val="\documentclass{article}&#10;\usepackage{amsmath}&#10;\pagestyle{empty}&#10;\begin{document}&#10;&#10;$\|\mathbf{u}(n)\|^2$&#10;&#10;&#10;\end{document}"/>
  <p:tag name="IGUANATEXSIZE" val="28"/>
  <p:tag name="IGUANATEXCURSOR" val="9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476,1905"/>
  <p:tag name="OUTPUTTYPE" val="PNG"/>
  <p:tag name="IGUANATEXVERSION" val="161"/>
  <p:tag name="LATEXADDIN" val="\documentclass{article}&#10;\usepackage{amsmath}&#10;\pagestyle{empty}&#10;\begin{document}&#10;&#10;&#10;$\hat{\mathbf{w}}(n+1)$&#10;&#10;\end{document}"/>
  <p:tag name="IGUANATEXSIZE" val="28"/>
  <p:tag name="IGUANATEXCURSOR" val="10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,2332"/>
  <p:tag name="ORIGINALWIDTH" val="1971,504"/>
  <p:tag name="OUTPUTTYPE" val="PNG"/>
  <p:tag name="IGUANATEXVERSION" val="161"/>
  <p:tag name="LATEXADDIN" val="\documentclass{article}&#10;\usepackage{amsmath}&#10;\pagestyle{empty}&#10;\begin{document}&#10;&#10;&#10;$\|\delta\hat{\mathbf{w}}(n+1)\|^2=\|\hat{\mathbf{w}}(n+1)-\hat{\mathbf{w}}(n)\|^2$&#10;&#10;\end{document}"/>
  <p:tag name="IGUANATEXSIZE" val="28"/>
  <p:tag name="IGUANATEXCURSOR" val="8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,7331"/>
  <p:tag name="ORIGINALWIDTH" val="1223,847"/>
  <p:tag name="OUTPUTTYPE" val="PNG"/>
  <p:tag name="IGUANATEXVERSION" val="161"/>
  <p:tag name="LATEXADDIN" val="\documentclass{article}&#10;\usepackage{amsmath}&#10;\pagestyle{empty}&#10;\begin{document}&#10;&#10;$\hat{\mathbf{w}}^H(n+1)\mathbf{u}(n) = d(n)$&#10;&#10;&#10;\end{document}"/>
  <p:tag name="IGUANATEXSIZE" val="28"/>
  <p:tag name="IGUANATEXCURSOR" val="12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,7331"/>
  <p:tag name="ORIGINALWIDTH" val="2978,628"/>
  <p:tag name="OUTPUTTYPE" val="PNG"/>
  <p:tag name="IGUANATEXVERSION" val="161"/>
  <p:tag name="LATEXADDIN" val="\documentclass{article}&#10;\usepackage{amsmath}&#10;\pagestyle{empty}&#10;\begin{document}&#10;&#10;$J(n) = \|\delta\hat{\mathbf{w}}(n+1)\|^2+\mathrm{Re}(\lambda^*(d(n)-\hat{\mathbf{w}}^H(n+1)\mathbf{u}(n)))$&#10;&#10;&#10;\end{document}"/>
  <p:tag name="IGUANATEXSIZE" val="28"/>
  <p:tag name="IGUANATEXCURSOR" val="18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1,2261"/>
  <p:tag name="ORIGINALWIDTH" val="2503,937"/>
  <p:tag name="OUTPUTTYPE" val="PNG"/>
  <p:tag name="IGUANATEXVERSION" val="161"/>
  <p:tag name="LATEXADDIN" val="\documentclass{article}&#10;\usepackage{amsmath}&#10;\pagestyle{empty}&#10;\begin{document}&#10;&#10;&#10;$\frac{\partial J(n)}{\partial\hat{\mathbf{w}}^H(n+1)}=2(\hat{\mathbf{w}}(n+1)-\hat{\mathbf{w}}(n))-\lambda^*\mathbf{u}(n)=0$&#10;&#10;\end{document}"/>
  <p:tag name="IGUANATEXSIZE" val="28"/>
  <p:tag name="IGUANATEXCURSOR" val="20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,9813"/>
  <p:tag name="ORIGINALWIDTH" val="1532,059"/>
  <p:tag name="OUTPUTTYPE" val="PNG"/>
  <p:tag name="IGUANATEXVERSION" val="161"/>
  <p:tag name="LATEXADDIN" val="\documentclass{article}&#10;\usepackage{amsmath}&#10;\pagestyle{empty}&#10;\begin{document}&#10;&#10;&#10;$\hat{\mathbf{w}}(n+1)=\hat{\mathbf{w}}(n)+\frac{1}{2}\lambda^*\mathbf{u}(n)$&#10;&#10;\end{document}"/>
  <p:tag name="IGUANATEXSIZE" val="28"/>
  <p:tag name="IGUANATEXCURSOR" val="15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7,7278"/>
  <p:tag name="ORIGINALWIDTH" val="2758,905"/>
  <p:tag name="OUTPUTTYPE" val="PNG"/>
  <p:tag name="IGUANATEXVERSION" val="161"/>
  <p:tag name="LATEXADDIN" val="\documentclass{article}&#10;\usepackage{amsmath}&#10;\pagestyle{empty}&#10;\begin{document}&#10;&#10;$d(n) =\hat{\mathbf{w}}^H(n+1)\mathbf{u}(n)=\left(\hat{\mathbf{w}}(n)+\frac{1}{2}\lambda^*\mathbf{u}(n)\right)^H\mathbf{u}(n)$&#10;&#10;&#10;\end{document}"/>
  <p:tag name="IGUANATEXSIZE" val="28"/>
  <p:tag name="IGUANATEXCURSOR" val="20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4,7244"/>
  <p:tag name="ORIGINALWIDTH" val="1658,043"/>
  <p:tag name="OUTPUTTYPE" val="PNG"/>
  <p:tag name="IGUANATEXVERSION" val="161"/>
  <p:tag name="LATEXADDIN" val="\documentclass{article}&#10;\usepackage{amsmath}&#10;\pagestyle{empty}&#10;\begin{document}&#10;&#10;$\lambda=\frac{2(d(n)-\hat{\mathbf{w}}^H(n)\mathbf{u}(n)}{\|\mathbf{u}(n)\|^2}=\frac{2e(n)}{\|\mathbf{u}(n)\|^2}$&#10;&#10;&#10;\end{document}"/>
  <p:tag name="IGUANATEXSIZE" val="28"/>
  <p:tag name="IGUANATEXCURSOR" val="18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8,4777"/>
  <p:tag name="ORIGINALWIDTH" val="1991,751"/>
  <p:tag name="OUTPUTTYPE" val="PNG"/>
  <p:tag name="IGUANATEXVERSION" val="161"/>
  <p:tag name="LATEXADDIN" val="\documentclass{article}&#10;\usepackage{amsmath}&#10;\pagestyle{empty}&#10;\begin{document}&#10;&#10;$\hat{\mathbf{w}}(n+1)=\hat{\mathbf{w}}(n)+\frac{\tilde{\mu}}{\|\mathbf{u}(n)\|^2}\mathbf{u}(n)e^*(n)$&#10;&#10;&#10;\end{document}"/>
  <p:tag name="IGUANATEXSIZE" val="28"/>
  <p:tag name="IGUANATEXCURSOR" val="18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,985"/>
  <p:tag name="ORIGINALWIDTH" val="279,715"/>
  <p:tag name="OUTPUTTYPE" val="PNG"/>
  <p:tag name="IGUANATEXVERSION" val="161"/>
  <p:tag name="LATEXADDIN" val="\documentclass{article}&#10;\usepackage{amsmath,amssymb}&#10;\pagestyle{empty}&#10;\begin{document}&#10;&#10;$\delta\gtrsim 0$&#10;&#10;&#10;\end{document}"/>
  <p:tag name="IGUANATEXSIZE" val="28"/>
  <p:tag name="IGUANATEXCURSOR" val="5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8,4777"/>
  <p:tag name="ORIGINALWIDTH" val="2116,985"/>
  <p:tag name="OUTPUTTYPE" val="PNG"/>
  <p:tag name="IGUANATEXVERSION" val="161"/>
  <p:tag name="LATEXADDIN" val="\documentclass{article}&#10;\usepackage{amsmath}&#10;\pagestyle{empty}&#10;\begin{document}&#10;&#10;$\hat{\mathbf{w}}(n+1)=\hat{\mathbf{w}}(n)+\frac{\tilde{\mu}}{\delta+\|\mathbf{u}(n)\|^2}\mathbf{u}(n)e^*(n)$&#10;&#10;&#10;\end{document}"/>
  <p:tag name="IGUANATEXSIZE" val="28"/>
  <p:tag name="IGUANATEXCURSOR" val="18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,7331"/>
  <p:tag name="ORIGINALWIDTH" val="1225,347"/>
  <p:tag name="OUTPUTTYPE" val="PNG"/>
  <p:tag name="IGUANATEXVERSION" val="161"/>
  <p:tag name="LATEXADDIN" val="\documentclass{article}&#10;\usepackage{amsmath}&#10;\pagestyle{empty}&#10;\begin{document}&#10;&#10;$d(n)=\mathbf{w}^H\mathbf{u}(n)+v(n)$&#10;&#10;&#10;\end{document}"/>
  <p:tag name="IGUANATEXSIZE" val="28"/>
  <p:tag name="IGUANATEXCURSOR" val="11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,7331"/>
  <p:tag name="ORIGINALWIDTH" val="1257,593"/>
  <p:tag name="OUTPUTTYPE" val="PNG"/>
  <p:tag name="IGUANATEXVERSION" val="161"/>
  <p:tag name="LATEXADDIN" val="\documentclass{article}&#10;\usepackage{amsmath}&#10;\pagestyle{empty}&#10;\begin{document}&#10;&#10;$\xi_u(n)=(\mathbf{w}-\hat{\mathbf{w}}(n))^H\mathbf{u}$&#10;&#10;&#10;\end{document}"/>
  <p:tag name="IGUANATEXSIZE" val="28"/>
  <p:tag name="IGUANATEXCURSOR" val="13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3,712"/>
  <p:tag name="ORIGINALWIDTH" val="2026,247"/>
  <p:tag name="OUTPUTTYPE" val="PNG"/>
  <p:tag name="IGUANATEXVERSION" val="161"/>
  <p:tag name="LATEXADDIN" val="\documentclass{article}&#10;\usepackage{amsmath}&#10;\pagestyle{empty}&#10;\begin{document}&#10;&#10;$0&lt;\tilde{\mu}&lt;2\displaystyle\frac{\mathrm{Re}(E[\xi_u(n)e^*(n)/\|\mathbf{u}(n)\|^2])}{E[|e(n)|^2/\|\mathbf{u}(n)\|^2]}$&#10;&#10;&#10;\end{document}"/>
  <p:tag name="IGUANATEXSIZE" val="28"/>
  <p:tag name="IGUANATEXCURSOR" val="11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,2332"/>
  <p:tag name="ORIGINALWIDTH" val="2049,494"/>
  <p:tag name="OUTPUTTYPE" val="PNG"/>
  <p:tag name="IGUANATEXVERSION" val="161"/>
  <p:tag name="LATEXADDIN" val="\documentclass{article}&#10;\usepackage{amsmath}&#10;\pagestyle{empty}&#10;\begin{document}&#10;&#10;$\mathcal{D}(n)=E[\|\boldsymbol{\epsilon}(n)\|^2]=E[\|\mathbf{w}-\hat{\mathbf{w}}(n)\|^2]$&#10;&#10;&#10;\end{document}"/>
  <p:tag name="IGUANATEXSIZE" val="28"/>
  <p:tag name="IGUANATEXCURSOR" val="16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3,712"/>
  <p:tag name="ORIGINALWIDTH" val="1280,09"/>
  <p:tag name="OUTPUTTYPE" val="PNG"/>
  <p:tag name="IGUANATEXVERSION" val="161"/>
  <p:tag name="LATEXADDIN" val="\documentclass{article}&#10;\usepackage{amsmath}&#10;\pagestyle{empty}&#10;\begin{document}&#10;&#10;$0&lt;\tilde{\mu}&lt;2\displaystyle\frac{E[u^2(n)]\mathcal{D}(n)}{E[e^2(n)]}$&#10;&#10;&#10;\end{document}"/>
  <p:tag name="IGUANATEXSIZE" val="28"/>
  <p:tag name="IGUANATEXCURSOR" val="11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6,2205"/>
  <p:tag name="ORIGINALWIDTH" val="1557,555"/>
  <p:tag name="OUTPUTTYPE" val="PNG"/>
  <p:tag name="IGUANATEXVERSION" val="161"/>
  <p:tag name="LATEXADDIN" val="\documentclass{article}&#10;\usepackage{amsmath}&#10;\pagestyle{empty}&#10;\begin{document}&#10;&#10;$\mathrm{SNR}=10\log_{10}\left(\frac{\sum_{n=0}^{N-1}x^2(n)}{\sum_{n=0}^{N-1}v^2(n)}\right)$&#10;&#10;&#10;\end{document}"/>
  <p:tag name="IGUANATEXSIZE" val="26"/>
  <p:tag name="IGUANATEXCURSOR" val="16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493,4384"/>
  <p:tag name="OUTPUTTYPE" val="PNG"/>
  <p:tag name="IGUANATEXVERSION" val="161"/>
  <p:tag name="LATEXADDIN" val="\documentclass{article}&#10;\usepackage{amsmath}&#10;\pagestyle{empty}&#10;\begin{document}&#10;&#10;$\hat{\mathbf{w}}(0)=\mathbf{0}$&#10;&#10;&#10;\end{document}"/>
  <p:tag name="IGUANATEXSIZE" val="28"/>
  <p:tag name="IGUANATEXCURSOR" val="11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,2321"/>
  <p:tag name="ORIGINALWIDTH" val="68,24149"/>
  <p:tag name="OUTPUTTYPE" val="PNG"/>
  <p:tag name="IGUANATEXVERSION" val="161"/>
  <p:tag name="LATEXADDIN" val="\documentclass{article}&#10;\usepackage{amsmath}&#10;\pagestyle{empty}&#10;\begin{document}&#10;&#10;$\hat{\tilde{\mu}}$&#10;&#10;&#10;\end{document}"/>
  <p:tag name="IGUANATEXSIZE" val="28"/>
  <p:tag name="IGUANATEXCURSOR" val="9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7,7353"/>
  <p:tag name="ORIGINALWIDTH" val="125,9843"/>
  <p:tag name="OUTPUTTYPE" val="PNG"/>
  <p:tag name="IGUANATEXVERSION" val="161"/>
  <p:tag name="LATEXADDIN" val="\documentclass{article}&#10;\usepackage{amsmath}&#10;\pagestyle{empty}&#10;\begin{document}&#10;&#10;$\hat{M}$&#10;&#10;&#10;\end{document}"/>
  <p:tag name="IGUANATEXSIZE" val="28"/>
  <p:tag name="IGUANATEXCURSOR" val="8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,2362"/>
  <p:tag name="ORIGINALWIDTH" val="68,24149"/>
  <p:tag name="OUTPUTTYPE" val="PNG"/>
  <p:tag name="IGUANATEXVERSION" val="161"/>
  <p:tag name="LATEXADDIN" val="\documentclass{article}&#10;\usepackage{amsmath}&#10;\pagestyle{empty}&#10;\begin{document}&#10;&#10;$\tilde{\mu}$&#10;&#10;&#10;\end{document}"/>
  <p:tag name="IGUANATEXSIZE" val="28"/>
  <p:tag name="IGUANATEXCURSOR" val="9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,2321"/>
  <p:tag name="ORIGINALWIDTH" val="68,24149"/>
  <p:tag name="OUTPUTTYPE" val="PNG"/>
  <p:tag name="IGUANATEXVERSION" val="161"/>
  <p:tag name="LATEXADDIN" val="\documentclass{article}&#10;\usepackage{amsmath}&#10;\pagestyle{empty}&#10;\begin{document}&#10;&#10;$\hat{\tilde{\mu}}$&#10;&#10;&#10;\end{document}"/>
  <p:tag name="IGUANATEXSIZE" val="28"/>
  <p:tag name="IGUANATEXCURSOR" val="9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7,7353"/>
  <p:tag name="ORIGINALWIDTH" val="125,9843"/>
  <p:tag name="OUTPUTTYPE" val="PNG"/>
  <p:tag name="IGUANATEXVERSION" val="161"/>
  <p:tag name="LATEXADDIN" val="\documentclass{article}&#10;\usepackage{amsmath}&#10;\pagestyle{empty}&#10;\begin{document}&#10;&#10;$\hat{M}$&#10;&#10;&#10;\end{document}"/>
  <p:tag name="IGUANATEXSIZE" val="28"/>
  <p:tag name="IGUANATEXCURSOR" val="8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1124</Words>
  <Application>Microsoft Office PowerPoint</Application>
  <PresentationFormat>Widescreen</PresentationFormat>
  <Paragraphs>171</Paragraphs>
  <Slides>28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Wingdings</vt:lpstr>
      <vt:lpstr>Office Theme</vt:lpstr>
      <vt:lpstr>Steepest Descent and Least-Mean-Square (LMS) Adaptive Filters</vt:lpstr>
      <vt:lpstr>Why Adaptive Filtering?</vt:lpstr>
      <vt:lpstr>Why Adaptive Filtering?</vt:lpstr>
      <vt:lpstr>Why Adaptive Filtering?</vt:lpstr>
      <vt:lpstr>Steepest Descent </vt:lpstr>
      <vt:lpstr>Steepest Descent </vt:lpstr>
      <vt:lpstr>Steepest Descent</vt:lpstr>
      <vt:lpstr>Steepest Descent</vt:lpstr>
      <vt:lpstr>Stochastic Gradient Descent</vt:lpstr>
      <vt:lpstr>Least-Mean-Square Adaptive Filters</vt:lpstr>
      <vt:lpstr>Least-Mean-Square Adaptive Filters</vt:lpstr>
      <vt:lpstr>Least-Mean-Square Adaptive Filters</vt:lpstr>
      <vt:lpstr>Least-Mean-Square Adaptive Filters</vt:lpstr>
      <vt:lpstr>Least-Mean-Square Adaptive Filters</vt:lpstr>
      <vt:lpstr>Least-Mean-Square Adaptive Filters</vt:lpstr>
      <vt:lpstr>Least-Mean-Square Adaptive Filters</vt:lpstr>
      <vt:lpstr>Least-Mean-Square Adaptive Filters</vt:lpstr>
      <vt:lpstr>Least-Mean-Square Adaptive Filters</vt:lpstr>
      <vt:lpstr>Summary of the LMS algorithm</vt:lpstr>
      <vt:lpstr>Normalized LMS</vt:lpstr>
      <vt:lpstr>Normalized LMS</vt:lpstr>
      <vt:lpstr>Normalized LMS</vt:lpstr>
      <vt:lpstr>LMS vs. Normalized LMS</vt:lpstr>
      <vt:lpstr>Normalized LMS</vt:lpstr>
      <vt:lpstr>Summary of the NLMS algorithm</vt:lpstr>
      <vt:lpstr>Bibliography</vt:lpstr>
      <vt:lpstr>Assignment: Echo Cancellation</vt:lpstr>
      <vt:lpstr>Assignment: Echo Cancellation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Jesper Rindom Jensen</dc:creator>
  <cp:lastModifiedBy>Jacob El-Omar</cp:lastModifiedBy>
  <cp:revision>1</cp:revision>
  <dcterms:created xsi:type="dcterms:W3CDTF">2024-09-13T12:26:32Z</dcterms:created>
  <dcterms:modified xsi:type="dcterms:W3CDTF">2025-01-16T18:42:50Z</dcterms:modified>
</cp:coreProperties>
</file>